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handoutMasterIdLst>
    <p:handoutMasterId r:id="rId21"/>
  </p:handoutMasterIdLst>
  <p:sldIdLst>
    <p:sldId id="279" r:id="rId2"/>
    <p:sldId id="304" r:id="rId3"/>
    <p:sldId id="259" r:id="rId4"/>
    <p:sldId id="270" r:id="rId5"/>
    <p:sldId id="291" r:id="rId6"/>
    <p:sldId id="299" r:id="rId7"/>
    <p:sldId id="306" r:id="rId8"/>
    <p:sldId id="286" r:id="rId9"/>
    <p:sldId id="294" r:id="rId10"/>
    <p:sldId id="302" r:id="rId11"/>
    <p:sldId id="281" r:id="rId12"/>
    <p:sldId id="292" r:id="rId13"/>
    <p:sldId id="308" r:id="rId14"/>
    <p:sldId id="300" r:id="rId15"/>
    <p:sldId id="301" r:id="rId16"/>
    <p:sldId id="303" r:id="rId17"/>
    <p:sldId id="298" r:id="rId18"/>
    <p:sldId id="305" r:id="rId19"/>
  </p:sldIdLst>
  <p:sldSz cx="12192000" cy="6858000"/>
  <p:notesSz cx="6858000" cy="9144000"/>
  <p:embeddedFontLst>
    <p:embeddedFont>
      <p:font typeface="Barlow" panose="00000500000000000000" pitchFamily="2" charset="-93"/>
      <p:regular r:id="rId22"/>
      <p:bold r:id="rId23"/>
      <p:italic r:id="rId24"/>
      <p:boldItalic r:id="rId25"/>
    </p:embeddedFont>
    <p:embeddedFont>
      <p:font typeface="K2D" panose="020B0604020202020204" charset="-34"/>
      <p:regular r:id="rId26"/>
      <p:bold r:id="rId27"/>
      <p:italic r:id="rId28"/>
      <p:boldItalic r:id="rId29"/>
    </p:embeddedFont>
    <p:embeddedFont>
      <p:font typeface="Readex Pro" panose="020B0604020202020204" charset="-78"/>
      <p:regular r:id="rId3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C6C6"/>
    <a:srgbClr val="FFFFFF"/>
    <a:srgbClr val="1F5CAA"/>
    <a:srgbClr val="CCFFFF"/>
    <a:srgbClr val="00AFEF"/>
    <a:srgbClr val="27ACE3"/>
    <a:srgbClr val="1F5CA9"/>
    <a:srgbClr val="F2F2F2"/>
    <a:srgbClr val="000000"/>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varScale="1">
        <p:scale>
          <a:sx n="49" d="100"/>
          <a:sy n="49" d="100"/>
        </p:scale>
        <p:origin x="91" y="691"/>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1" d="100"/>
          <a:sy n="81" d="100"/>
        </p:scale>
        <p:origin x="27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handoutMaster" Target="handoutMasters/handout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B8EBD5-A47B-088E-426B-3A5CB288463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1D894FD-EE10-4FEF-0FD4-70A8C6CAFDB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AAC4BE-52DE-49A2-BC7F-57A208BEDE53}" type="datetimeFigureOut">
              <a:rPr lang="en-US" smtClean="0"/>
              <a:t>8/14/2025</a:t>
            </a:fld>
            <a:endParaRPr lang="en-US"/>
          </a:p>
        </p:txBody>
      </p:sp>
      <p:sp>
        <p:nvSpPr>
          <p:cNvPr id="4" name="Footer Placeholder 3">
            <a:extLst>
              <a:ext uri="{FF2B5EF4-FFF2-40B4-BE49-F238E27FC236}">
                <a16:creationId xmlns:a16="http://schemas.microsoft.com/office/drawing/2014/main" id="{DF270825-0879-DC05-EAB0-3AA6615812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7F2BE70-AC62-F110-CB7C-FB765F8F009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5D3241-2E7E-43E3-85DF-1DF3A2301B1F}" type="slidenum">
              <a:rPr lang="en-US" smtClean="0"/>
              <a:t>‹#›</a:t>
            </a:fld>
            <a:endParaRPr lang="en-US"/>
          </a:p>
        </p:txBody>
      </p:sp>
    </p:spTree>
    <p:extLst>
      <p:ext uri="{BB962C8B-B14F-4D97-AF65-F5344CB8AC3E}">
        <p14:creationId xmlns:p14="http://schemas.microsoft.com/office/powerpoint/2010/main" val="15995574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26936F-8623-4B3F-8FAB-9A1C85E7CABB}" type="datetimeFigureOut">
              <a:rPr lang="vi-VN" smtClean="0"/>
              <a:t>14/08/2025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1A9867-E5A1-4F5A-A76E-B92DC08A0B19}" type="slidenum">
              <a:rPr lang="vi-VN" smtClean="0"/>
              <a:t>‹#›</a:t>
            </a:fld>
            <a:endParaRPr lang="vi-VN"/>
          </a:p>
        </p:txBody>
      </p:sp>
    </p:spTree>
    <p:extLst>
      <p:ext uri="{BB962C8B-B14F-4D97-AF65-F5344CB8AC3E}">
        <p14:creationId xmlns:p14="http://schemas.microsoft.com/office/powerpoint/2010/main" val="191339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A41A9867-E5A1-4F5A-A76E-B92DC08A0B19}" type="slidenum">
              <a:rPr lang="vi-VN" smtClean="0"/>
              <a:t>1</a:t>
            </a:fld>
            <a:endParaRPr lang="vi-VN"/>
          </a:p>
        </p:txBody>
      </p:sp>
    </p:spTree>
    <p:extLst>
      <p:ext uri="{BB962C8B-B14F-4D97-AF65-F5344CB8AC3E}">
        <p14:creationId xmlns:p14="http://schemas.microsoft.com/office/powerpoint/2010/main" val="2728166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1A9867-E5A1-4F5A-A76E-B92DC08A0B19}" type="slidenum">
              <a:rPr lang="vi-VN" smtClean="0"/>
              <a:t>2</a:t>
            </a:fld>
            <a:endParaRPr lang="vi-VN"/>
          </a:p>
        </p:txBody>
      </p:sp>
    </p:spTree>
    <p:extLst>
      <p:ext uri="{BB962C8B-B14F-4D97-AF65-F5344CB8AC3E}">
        <p14:creationId xmlns:p14="http://schemas.microsoft.com/office/powerpoint/2010/main" val="3188174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1A9867-E5A1-4F5A-A76E-B92DC08A0B19}" type="slidenum">
              <a:rPr lang="vi-VN" smtClean="0"/>
              <a:t>5</a:t>
            </a:fld>
            <a:endParaRPr lang="vi-VN"/>
          </a:p>
        </p:txBody>
      </p:sp>
    </p:spTree>
    <p:extLst>
      <p:ext uri="{BB962C8B-B14F-4D97-AF65-F5344CB8AC3E}">
        <p14:creationId xmlns:p14="http://schemas.microsoft.com/office/powerpoint/2010/main" val="3556167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1A9867-E5A1-4F5A-A76E-B92DC08A0B19}" type="slidenum">
              <a:rPr lang="vi-VN" smtClean="0"/>
              <a:t>12</a:t>
            </a:fld>
            <a:endParaRPr lang="vi-VN"/>
          </a:p>
        </p:txBody>
      </p:sp>
    </p:spTree>
    <p:extLst>
      <p:ext uri="{BB962C8B-B14F-4D97-AF65-F5344CB8AC3E}">
        <p14:creationId xmlns:p14="http://schemas.microsoft.com/office/powerpoint/2010/main" val="2124832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07C11-EE05-29B1-5880-933DC9751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0C0F5-F05D-31D9-6801-E9D4413F0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67D2F-2456-3E6A-5813-4ED3337C01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91E15F-1BDF-1337-F26B-27C23EC4C776}"/>
              </a:ext>
            </a:extLst>
          </p:cNvPr>
          <p:cNvSpPr>
            <a:spLocks noGrp="1"/>
          </p:cNvSpPr>
          <p:nvPr>
            <p:ph type="sldNum" sz="quarter" idx="5"/>
          </p:nvPr>
        </p:nvSpPr>
        <p:spPr/>
        <p:txBody>
          <a:bodyPr/>
          <a:lstStyle/>
          <a:p>
            <a:fld id="{A41A9867-E5A1-4F5A-A76E-B92DC08A0B19}" type="slidenum">
              <a:rPr lang="vi-VN" smtClean="0"/>
              <a:t>14</a:t>
            </a:fld>
            <a:endParaRPr lang="vi-VN"/>
          </a:p>
        </p:txBody>
      </p:sp>
    </p:spTree>
    <p:extLst>
      <p:ext uri="{BB962C8B-B14F-4D97-AF65-F5344CB8AC3E}">
        <p14:creationId xmlns:p14="http://schemas.microsoft.com/office/powerpoint/2010/main" val="1551034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dirty="0"/>
              <a:t>TIÊU ĐỀ CHÍNH</a:t>
            </a:r>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737"/>
            <a:ext cx="1061859" cy="1062060"/>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7" name="Group 6">
            <a:extLst>
              <a:ext uri="{FF2B5EF4-FFF2-40B4-BE49-F238E27FC236}">
                <a16:creationId xmlns:a16="http://schemas.microsoft.com/office/drawing/2014/main" id="{500C3C4B-7EB0-A799-EF60-7E7B2A1A5D71}"/>
              </a:ext>
            </a:extLst>
          </p:cNvPr>
          <p:cNvGrpSpPr/>
          <p:nvPr userDrawn="1"/>
        </p:nvGrpSpPr>
        <p:grpSpPr>
          <a:xfrm rot="5400000" flipH="1">
            <a:off x="11994349" y="89858"/>
            <a:ext cx="108319" cy="107166"/>
            <a:chOff x="9886950" y="442913"/>
            <a:chExt cx="216694" cy="214386"/>
          </a:xfrm>
        </p:grpSpPr>
        <p:sp>
          <p:nvSpPr>
            <p:cNvPr id="2" name="Rectangle: Rounded Corners 1">
              <a:extLst>
                <a:ext uri="{FF2B5EF4-FFF2-40B4-BE49-F238E27FC236}">
                  <a16:creationId xmlns:a16="http://schemas.microsoft.com/office/drawing/2014/main" id="{A5889A1F-7953-5C39-8687-FF30BEEED6A0}"/>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2EFB534-7696-D26C-4ED3-9370C4BF548C}"/>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CEBF6C9-F2A0-D7EA-46F2-E2BED25E4EEB}"/>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FC287AC-3830-D280-1DFB-099F1C622FCC}"/>
              </a:ext>
            </a:extLst>
          </p:cNvPr>
          <p:cNvPicPr>
            <a:picLocks noChangeAspect="1"/>
          </p:cNvPicPr>
          <p:nvPr userDrawn="1"/>
        </p:nvPicPr>
        <p:blipFill>
          <a:blip r:embed="rId3"/>
          <a:stretch>
            <a:fillRect/>
          </a:stretch>
        </p:blipFill>
        <p:spPr>
          <a:xfrm>
            <a:off x="2585036" y="6478829"/>
            <a:ext cx="9326880" cy="118101"/>
          </a:xfrm>
          <a:prstGeom prst="rect">
            <a:avLst/>
          </a:prstGeom>
        </p:spPr>
      </p:pic>
      <p:sp>
        <p:nvSpPr>
          <p:cNvPr id="9" name="Slide Number Placeholder 5">
            <a:extLst>
              <a:ext uri="{FF2B5EF4-FFF2-40B4-BE49-F238E27FC236}">
                <a16:creationId xmlns:a16="http://schemas.microsoft.com/office/drawing/2014/main" id="{FC61D4A3-C96E-946C-BF56-14B0317E483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10" name="Rectangle 9">
            <a:extLst>
              <a:ext uri="{FF2B5EF4-FFF2-40B4-BE49-F238E27FC236}">
                <a16:creationId xmlns:a16="http://schemas.microsoft.com/office/drawing/2014/main" id="{4DFDF354-0251-FE65-2C5F-25380E57F03B}"/>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13" name="Group 12">
            <a:extLst>
              <a:ext uri="{FF2B5EF4-FFF2-40B4-BE49-F238E27FC236}">
                <a16:creationId xmlns:a16="http://schemas.microsoft.com/office/drawing/2014/main" id="{076B934B-7F60-9EFE-CEAF-A531BBACD851}"/>
              </a:ext>
            </a:extLst>
          </p:cNvPr>
          <p:cNvGrpSpPr/>
          <p:nvPr userDrawn="1"/>
        </p:nvGrpSpPr>
        <p:grpSpPr>
          <a:xfrm>
            <a:off x="817685" y="6410864"/>
            <a:ext cx="2760487" cy="403790"/>
            <a:chOff x="741485" y="6410864"/>
            <a:chExt cx="2760487" cy="403790"/>
          </a:xfrm>
        </p:grpSpPr>
        <p:sp>
          <p:nvSpPr>
            <p:cNvPr id="14" name="TextBox 13">
              <a:extLst>
                <a:ext uri="{FF2B5EF4-FFF2-40B4-BE49-F238E27FC236}">
                  <a16:creationId xmlns:a16="http://schemas.microsoft.com/office/drawing/2014/main" id="{8BAF9606-2A17-830C-304D-88D56EDB1C47}"/>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44ADAA7A-04F6-2616-50B0-A84AF6F98FE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6BF1CC2D-4F33-60C3-D015-EE4B3346464B}"/>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7" name="Date Placeholder 3">
            <a:extLst>
              <a:ext uri="{FF2B5EF4-FFF2-40B4-BE49-F238E27FC236}">
                <a16:creationId xmlns:a16="http://schemas.microsoft.com/office/drawing/2014/main" id="{1C43A459-4626-2124-180B-282157DA33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8/14/2025</a:t>
            </a:fld>
            <a:endParaRPr lang="en-US"/>
          </a:p>
        </p:txBody>
      </p:sp>
      <p:sp>
        <p:nvSpPr>
          <p:cNvPr id="18" name="Footer Placeholder 4">
            <a:extLst>
              <a:ext uri="{FF2B5EF4-FFF2-40B4-BE49-F238E27FC236}">
                <a16:creationId xmlns:a16="http://schemas.microsoft.com/office/drawing/2014/main" id="{386F145B-841B-1EA7-87E9-B007B9A54080}"/>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2367785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bg>
      <p:bgPr>
        <a:solidFill>
          <a:schemeClr val="bg1"/>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rgbClr val="0070C0"/>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rgbClr val="0070C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679"/>
            <a:ext cx="1061859" cy="1062177"/>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rgbClr val="00AFEF"/>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8" name="Picture 17"/>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F92E844-1828-0F51-3BFD-DF527D65BF8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CC0BC67-81A5-AC24-0BB4-9D1D3E835D94}"/>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6" name="Group 5">
            <a:extLst>
              <a:ext uri="{FF2B5EF4-FFF2-40B4-BE49-F238E27FC236}">
                <a16:creationId xmlns:a16="http://schemas.microsoft.com/office/drawing/2014/main" id="{02AE1EA0-6222-87BA-38C9-866FE8F2830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EC606771-B50F-5EF5-AF4C-183C88EEC70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7A8AD8D-BBBE-FFAE-563D-62AF760A44A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F63336F-2FD5-E8B2-B179-80665CF8D4BA}"/>
              </a:ext>
            </a:extLst>
          </p:cNvPr>
          <p:cNvSpPr txBox="1"/>
          <p:nvPr userDrawn="1"/>
        </p:nvSpPr>
        <p:spPr>
          <a:xfrm>
            <a:off x="10529591"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8A62A7F-4A0D-8203-BB6A-E6AFE62BD36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8649E161-4DC5-D15C-6DAE-AE38C664B5FB}"/>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4" name="Footer Placeholder 4">
            <a:extLst>
              <a:ext uri="{FF2B5EF4-FFF2-40B4-BE49-F238E27FC236}">
                <a16:creationId xmlns:a16="http://schemas.microsoft.com/office/drawing/2014/main" id="{CDD46289-EAED-BF63-CD78-95A65C49BE50}"/>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15379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no logo">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686872"/>
            <a:ext cx="11205713" cy="2200204"/>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2887077"/>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sp>
        <p:nvSpPr>
          <p:cNvPr id="22" name="Text Placeholder 9"/>
          <p:cNvSpPr>
            <a:spLocks noGrp="1"/>
          </p:cNvSpPr>
          <p:nvPr>
            <p:ph type="body" sz="quarter" idx="12" hasCustomPrompt="1"/>
          </p:nvPr>
        </p:nvSpPr>
        <p:spPr>
          <a:xfrm>
            <a:off x="493144" y="3947960"/>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3805958"/>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2" name="Group 1">
            <a:extLst>
              <a:ext uri="{FF2B5EF4-FFF2-40B4-BE49-F238E27FC236}">
                <a16:creationId xmlns:a16="http://schemas.microsoft.com/office/drawing/2014/main" id="{F9948C5E-76A7-F702-69DB-282464E77641}"/>
              </a:ext>
            </a:extLst>
          </p:cNvPr>
          <p:cNvGrpSpPr/>
          <p:nvPr userDrawn="1"/>
        </p:nvGrpSpPr>
        <p:grpSpPr>
          <a:xfrm rot="5400000" flipH="1">
            <a:off x="11994349" y="89858"/>
            <a:ext cx="108319" cy="107166"/>
            <a:chOff x="9886950" y="442913"/>
            <a:chExt cx="216694" cy="214386"/>
          </a:xfrm>
        </p:grpSpPr>
        <p:sp>
          <p:nvSpPr>
            <p:cNvPr id="4" name="Rectangle: Rounded Corners 3">
              <a:extLst>
                <a:ext uri="{FF2B5EF4-FFF2-40B4-BE49-F238E27FC236}">
                  <a16:creationId xmlns:a16="http://schemas.microsoft.com/office/drawing/2014/main" id="{9456AD05-D0D5-B566-5464-905D6E126C9B}"/>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39BB277-D677-7122-583C-E2DA058F670A}"/>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FE1A5C2-1028-7EF7-EC88-4F04EC7380D2}"/>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B542C0C7-F574-E38A-4EB3-08F7967A55EF}"/>
              </a:ext>
            </a:extLst>
          </p:cNvPr>
          <p:cNvPicPr>
            <a:picLocks noChangeAspect="1"/>
          </p:cNvPicPr>
          <p:nvPr userDrawn="1"/>
        </p:nvPicPr>
        <p:blipFill>
          <a:blip r:embed="rId2"/>
          <a:stretch>
            <a:fillRect/>
          </a:stretch>
        </p:blipFill>
        <p:spPr>
          <a:xfrm>
            <a:off x="2585036" y="6478829"/>
            <a:ext cx="9326880" cy="118101"/>
          </a:xfrm>
          <a:prstGeom prst="rect">
            <a:avLst/>
          </a:prstGeom>
        </p:spPr>
      </p:pic>
      <p:sp>
        <p:nvSpPr>
          <p:cNvPr id="5" name="Slide Number Placeholder 5">
            <a:extLst>
              <a:ext uri="{FF2B5EF4-FFF2-40B4-BE49-F238E27FC236}">
                <a16:creationId xmlns:a16="http://schemas.microsoft.com/office/drawing/2014/main" id="{509D78DE-4DE3-2990-85E4-786FD52314B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82A8D337-520D-D86F-59BE-49A69B9FFC61}"/>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7" name="Group 6">
            <a:extLst>
              <a:ext uri="{FF2B5EF4-FFF2-40B4-BE49-F238E27FC236}">
                <a16:creationId xmlns:a16="http://schemas.microsoft.com/office/drawing/2014/main" id="{4674FC1A-E55F-C03B-647D-62C9D227489C}"/>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0AF77203-FB16-225E-E2AD-E6F5BFB29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59832108-B491-0ED9-0209-DCDB4B879444}"/>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27" name="TextBox 26">
            <a:extLst>
              <a:ext uri="{FF2B5EF4-FFF2-40B4-BE49-F238E27FC236}">
                <a16:creationId xmlns:a16="http://schemas.microsoft.com/office/drawing/2014/main" id="{BE3B44A9-629A-9AFC-6A18-1288714D7213}"/>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8" name="Date Placeholder 3">
            <a:extLst>
              <a:ext uri="{FF2B5EF4-FFF2-40B4-BE49-F238E27FC236}">
                <a16:creationId xmlns:a16="http://schemas.microsoft.com/office/drawing/2014/main" id="{47E8952C-C96D-E1CF-68EF-C321F55822F3}"/>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8/14/2025</a:t>
            </a:fld>
            <a:endParaRPr lang="en-US"/>
          </a:p>
        </p:txBody>
      </p:sp>
      <p:sp>
        <p:nvSpPr>
          <p:cNvPr id="29" name="Footer Placeholder 4">
            <a:extLst>
              <a:ext uri="{FF2B5EF4-FFF2-40B4-BE49-F238E27FC236}">
                <a16:creationId xmlns:a16="http://schemas.microsoft.com/office/drawing/2014/main" id="{A43BEA4F-EC22-DCD8-2D07-6E96C6A77DC4}"/>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15865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hite Pure">
    <p:spTree>
      <p:nvGrpSpPr>
        <p:cNvPr id="1" name=""/>
        <p:cNvGrpSpPr/>
        <p:nvPr/>
      </p:nvGrpSpPr>
      <p:grpSpPr>
        <a:xfrm>
          <a:off x="0" y="0"/>
          <a:ext cx="0" cy="0"/>
          <a:chOff x="0" y="0"/>
          <a:chExt cx="0" cy="0"/>
        </a:xfrm>
      </p:grpSpPr>
      <p:sp>
        <p:nvSpPr>
          <p:cNvPr id="16" name="Title 1"/>
          <p:cNvSpPr>
            <a:spLocks noGrp="1"/>
          </p:cNvSpPr>
          <p:nvPr userDrawn="1">
            <p:ph type="ctrTitle" hasCustomPrompt="1"/>
          </p:nvPr>
        </p:nvSpPr>
        <p:spPr>
          <a:xfrm>
            <a:off x="1443567" y="1773238"/>
            <a:ext cx="10029565" cy="1655762"/>
          </a:xfrm>
        </p:spPr>
        <p:txBody>
          <a:bodyPr anchor="b" anchorCtr="0">
            <a:noAutofit/>
          </a:bodyPr>
          <a:lstStyle>
            <a:lvl1pPr algn="l">
              <a:defRPr sz="4000" b="1" baseline="0">
                <a:solidFill>
                  <a:srgbClr val="1F5CA9"/>
                </a:solidFill>
                <a:latin typeface="K2D" panose="00000500000000000000" pitchFamily="2" charset="-34"/>
              </a:defRPr>
            </a:lvl1pPr>
          </a:lstStyle>
          <a:p>
            <a:r>
              <a:rPr lang="en-US"/>
              <a:t>Tiêu đề chính</a:t>
            </a:r>
            <a:endParaRPr lang="en-US" dirty="0"/>
          </a:p>
        </p:txBody>
      </p:sp>
      <p:sp>
        <p:nvSpPr>
          <p:cNvPr id="18" name="Subtitle 2"/>
          <p:cNvSpPr>
            <a:spLocks noGrp="1"/>
          </p:cNvSpPr>
          <p:nvPr userDrawn="1">
            <p:ph type="subTitle" idx="1" hasCustomPrompt="1"/>
          </p:nvPr>
        </p:nvSpPr>
        <p:spPr>
          <a:xfrm>
            <a:off x="1443566" y="3428999"/>
            <a:ext cx="10029565" cy="796491"/>
          </a:xfrm>
        </p:spPr>
        <p:txBody>
          <a:bodyPr anchor="t" anchorCtr="0">
            <a:normAutofit/>
          </a:bodyPr>
          <a:lstStyle>
            <a:lvl1pPr marL="0" indent="0" algn="l">
              <a:buNone/>
              <a:defRPr sz="3200" baseline="0">
                <a:solidFill>
                  <a:srgbClr val="00AFEF"/>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30" name="Picture 2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1466" y="2942152"/>
            <a:ext cx="292100" cy="292100"/>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23CFF9A2-77A5-DDEE-8CD5-81FBB071FF6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0E020D5-F981-3E97-FE5E-ADF3F5D5D67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E6F97B9-1D92-F527-C77C-03A8413842F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E461B76C-9BE8-353C-CE4F-D68CC621DEA4}"/>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BD53315-09D7-5756-C6C6-55FFDDCFE138}"/>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A79C1E-4CE5-9C79-D05A-E661FD9C1020}"/>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17A207F-A3E9-4918-9A39-6AFD5C75AE2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41CAD55-C718-D746-6C4B-AC27D7F9E3C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5652AF38-7C96-9660-E7DF-32022B504063}"/>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998B8E65-85EA-EDA7-0D26-FAB09CE576A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2" name="Footer Placeholder 4">
            <a:extLst>
              <a:ext uri="{FF2B5EF4-FFF2-40B4-BE49-F238E27FC236}">
                <a16:creationId xmlns:a16="http://schemas.microsoft.com/office/drawing/2014/main" id="{E6AC2544-66BB-6379-48DA-83F16247F12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69849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lue Background">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443567" y="1773238"/>
            <a:ext cx="10029565" cy="1655762"/>
          </a:xfrm>
        </p:spPr>
        <p:txBody>
          <a:bodyPr anchor="b" anchorCtr="0">
            <a:noAutofit/>
          </a:bodyPr>
          <a:lstStyle>
            <a:lvl1pPr algn="l">
              <a:defRPr sz="4000" b="1" baseline="0">
                <a:solidFill>
                  <a:schemeClr val="bg1"/>
                </a:solidFill>
                <a:latin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1443566" y="3428999"/>
            <a:ext cx="10029565" cy="796491"/>
          </a:xfrm>
        </p:spPr>
        <p:txBody>
          <a:bodyPr anchor="t" anchorCtr="0">
            <a:normAutofit/>
          </a:bodyPr>
          <a:lstStyle>
            <a:lvl1pPr marL="0" indent="0" algn="l">
              <a:buNone/>
              <a:defRPr sz="3200" baseline="0">
                <a:solidFill>
                  <a:schemeClr val="bg1"/>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9066" y="2914650"/>
            <a:ext cx="364657" cy="364657"/>
          </a:xfrm>
          <a:prstGeom prst="rect">
            <a:avLst/>
          </a:prstGeom>
        </p:spPr>
      </p:pic>
      <p:grpSp>
        <p:nvGrpSpPr>
          <p:cNvPr id="2" name="Group 1">
            <a:extLst>
              <a:ext uri="{FF2B5EF4-FFF2-40B4-BE49-F238E27FC236}">
                <a16:creationId xmlns:a16="http://schemas.microsoft.com/office/drawing/2014/main" id="{D0407ADE-1691-B221-3DBE-A0668F67DFAD}"/>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D34C1E1A-F6EE-479B-62C5-AAA2AF44D763}"/>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CF4A6C1-BB6F-E2E1-2B44-FAD2A1B1382F}"/>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C836B12-C2E7-7458-8EEF-C0E54C0712FC}"/>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702B1A35-3625-44F2-B450-96259B3697C6}"/>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7" name="Slide Number Placeholder 5">
            <a:extLst>
              <a:ext uri="{FF2B5EF4-FFF2-40B4-BE49-F238E27FC236}">
                <a16:creationId xmlns:a16="http://schemas.microsoft.com/office/drawing/2014/main" id="{DE497A08-099F-1B3E-194B-4232B1D060A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8" name="Rectangle 7">
            <a:extLst>
              <a:ext uri="{FF2B5EF4-FFF2-40B4-BE49-F238E27FC236}">
                <a16:creationId xmlns:a16="http://schemas.microsoft.com/office/drawing/2014/main" id="{3D5BAB25-FCB5-FAAB-5765-8D4ACA9B26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9" name="Rectangle 8">
            <a:extLst>
              <a:ext uri="{FF2B5EF4-FFF2-40B4-BE49-F238E27FC236}">
                <a16:creationId xmlns:a16="http://schemas.microsoft.com/office/drawing/2014/main" id="{9B09F01B-7545-EE0B-CCDB-EA38604EB38F}"/>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0B09E43-1817-D52E-1B93-2D03B69FBBF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340A8E4-7C5F-7F57-1FD7-2B62EB3A0CA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1401AA1-7975-3594-DC27-3B15A19D2BF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786A1549-5E94-2A55-30E3-4C7A2D1E807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4" name="TextBox 13">
            <a:extLst>
              <a:ext uri="{FF2B5EF4-FFF2-40B4-BE49-F238E27FC236}">
                <a16:creationId xmlns:a16="http://schemas.microsoft.com/office/drawing/2014/main" id="{4698C5B0-03A7-5383-3EC8-3710BCD5581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2" name="Date Placeholder 3">
            <a:extLst>
              <a:ext uri="{FF2B5EF4-FFF2-40B4-BE49-F238E27FC236}">
                <a16:creationId xmlns:a16="http://schemas.microsoft.com/office/drawing/2014/main" id="{EE419B5B-7A9D-F950-9502-52863B417140}"/>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8/14/2025</a:t>
            </a:fld>
            <a:endParaRPr lang="en-US"/>
          </a:p>
        </p:txBody>
      </p:sp>
      <p:sp>
        <p:nvSpPr>
          <p:cNvPr id="23" name="Footer Placeholder 4">
            <a:extLst>
              <a:ext uri="{FF2B5EF4-FFF2-40B4-BE49-F238E27FC236}">
                <a16:creationId xmlns:a16="http://schemas.microsoft.com/office/drawing/2014/main" id="{04DAFEAD-AB29-262E-41C9-C3201759FA1A}"/>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05044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500"/>
                        <p:tgtEl>
                          <p:spTgt spid="20"/>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5318" y="168215"/>
            <a:ext cx="10203081" cy="512822"/>
          </a:xfrm>
        </p:spPr>
        <p:txBody>
          <a:bodyPr>
            <a:normAutofit/>
          </a:bodyPr>
          <a:lstStyle>
            <a:lvl1pPr>
              <a:defRPr lang="en-US" sz="2800" b="1" kern="1200" baseline="0" dirty="0" smtClean="0">
                <a:solidFill>
                  <a:srgbClr val="0070C0"/>
                </a:solidFill>
                <a:latin typeface="K2D" panose="00000500000000000000" pitchFamily="2" charset="-34"/>
                <a:ea typeface="+mj-ea"/>
                <a:cs typeface="+mj-cs"/>
              </a:defRPr>
            </a:lvl1pPr>
          </a:lstStyle>
          <a:p>
            <a:r>
              <a:rPr lang="en-US" dirty="0" err="1"/>
              <a:t>Tiêu</a:t>
            </a:r>
            <a:r>
              <a:rPr lang="en-US" dirty="0"/>
              <a:t> </a:t>
            </a:r>
            <a:r>
              <a:rPr lang="en-US" dirty="0" err="1"/>
              <a:t>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1928" y="278576"/>
            <a:ext cx="292100" cy="292100"/>
          </a:xfrm>
          <a:prstGeom prst="rect">
            <a:avLst/>
          </a:prstGeom>
        </p:spPr>
      </p:pic>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9DEB5E8B-9D80-CFB1-EDED-87ECE2CB2B8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85F6291E-292F-647B-E93F-CCF3BD97EF4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F972A86A-A3D6-70DE-0206-BB773A44427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AF733AF-6C3E-C1DE-BF08-4108C35CB05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CAB7700C-E55C-27FB-89BF-E9B044E9EC33}"/>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A9A2E08-C471-6D85-4D71-8B7583F204F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A08275F7-17A7-2357-D01F-B5A5E3884CF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BBC96F8B-987B-47C3-DC48-3B2EC5C98BF8}"/>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AB7A3534-0713-475D-C6A5-307770CE20B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7EB70784-4611-F5A4-7D58-DD378AF3F6A9}"/>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4" name="Footer Placeholder 4">
            <a:extLst>
              <a:ext uri="{FF2B5EF4-FFF2-40B4-BE49-F238E27FC236}">
                <a16:creationId xmlns:a16="http://schemas.microsoft.com/office/drawing/2014/main" id="{87628174-E628-DF34-7A10-83FDFC5D11E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946131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13" name="Picture 12">
            <a:extLst>
              <a:ext uri="{FF2B5EF4-FFF2-40B4-BE49-F238E27FC236}">
                <a16:creationId xmlns:a16="http://schemas.microsoft.com/office/drawing/2014/main" id="{16CEE1D6-0A80-8A7D-310B-2F6B434F47E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CC110D58-C7C9-AD78-555F-33E02058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AB81B152-BF7B-A150-5A99-2B451EC38D47}"/>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5D759768-9879-1B7A-B5FA-0DCEFE74D51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A3889155-4A4A-8DED-164F-8A56C00B8F9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5096035-4D5E-EF98-4374-6099861A66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8792706-2488-D26C-C54B-F6881C86D05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F36761B-1C8C-2A9C-97D2-FD722A844AE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EBA4366D-2C0B-5E27-DC28-A877427191A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82538E5B-E5A0-69DD-94F0-C506BC4743B8}"/>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709C7B13-13FD-9548-48BE-5821DF0AAE0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5" name="Footer Placeholder 4">
            <a:extLst>
              <a:ext uri="{FF2B5EF4-FFF2-40B4-BE49-F238E27FC236}">
                <a16:creationId xmlns:a16="http://schemas.microsoft.com/office/drawing/2014/main" id="{2283063C-B225-E607-FC11-4C67B227314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dirty="0"/>
          </a:p>
        </p:txBody>
      </p:sp>
    </p:spTree>
    <p:extLst>
      <p:ext uri="{BB962C8B-B14F-4D97-AF65-F5344CB8AC3E}">
        <p14:creationId xmlns:p14="http://schemas.microsoft.com/office/powerpoint/2010/main" val="3881589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Left - Placeholder Righ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B71F910-DD42-8802-386F-AA27E891E30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514350" y="1125114"/>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514348" y="2885650"/>
            <a:ext cx="4467229" cy="224454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 </a:t>
            </a:r>
            <a:endParaRPr lang="en-US" dirty="0"/>
          </a:p>
        </p:txBody>
      </p:sp>
      <p:sp>
        <p:nvSpPr>
          <p:cNvPr id="19" name="Content Placeholder 9"/>
          <p:cNvSpPr>
            <a:spLocks noGrp="1"/>
          </p:cNvSpPr>
          <p:nvPr userDrawn="1">
            <p:ph sz="quarter" idx="12" hasCustomPrompt="1"/>
          </p:nvPr>
        </p:nvSpPr>
        <p:spPr>
          <a:xfrm>
            <a:off x="5667375" y="1125114"/>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8E269295-E313-A799-7125-41D39E39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F4B895D-114D-C9C2-A547-220F39E95B3A}"/>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9B61B30F-7B6D-78FB-BD6E-E34AD607BE5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227F6DF5-10A9-DC42-E1E9-D1FA91D6BB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71959BFF-8A0A-B338-A74E-37D7F5CED4DF}"/>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AE9E1AD-2113-53D7-8783-10A60D93296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FE1424EB-91CE-59BF-400F-9BCF3A182E6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A299800F-88A1-1EF2-673A-E19EDD4D12A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2DFA7C85-7A63-3F94-A6E0-51FBFB0A621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39E5B1EA-BE1C-22C4-8140-1FF7F085C8B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2" name="Footer Placeholder 4">
            <a:extLst>
              <a:ext uri="{FF2B5EF4-FFF2-40B4-BE49-F238E27FC236}">
                <a16:creationId xmlns:a16="http://schemas.microsoft.com/office/drawing/2014/main" id="{23F5244F-399D-4048-0258-1C4D4345FF9B}"/>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419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ceholder Left - Title Right ">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36A66E2-7787-687B-3553-97FAF9109CAB}"/>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6737350" y="1332588"/>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6737348" y="3093124"/>
            <a:ext cx="4467229" cy="2192339"/>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9" name="Content Placeholder 9"/>
          <p:cNvSpPr>
            <a:spLocks noGrp="1"/>
          </p:cNvSpPr>
          <p:nvPr userDrawn="1">
            <p:ph sz="quarter" idx="12" hasCustomPrompt="1"/>
          </p:nvPr>
        </p:nvSpPr>
        <p:spPr>
          <a:xfrm>
            <a:off x="624706" y="1332588"/>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17" name="Picture 16"/>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D473B34E-C5A1-D7E2-C692-BFBE5EBD6A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C1CFE12-2689-2DB3-6CB8-E6D662CAE886}"/>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06B0CF2-5878-8045-7665-76673B4F71AB}"/>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46C447DE-39C2-0CF7-466F-6F936D0397D6}"/>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6BB166D7-5532-DFCC-4719-A557C504B8F3}"/>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B618045-F14E-9F31-0FA0-0532F46BF46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AF28839-2BBD-09C4-84D8-C7BD82D44B55}"/>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BCD9E80B-3CE1-773E-29BB-8B95E6D4543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ACA3E05-765A-20DC-76C7-1BB18527C022}"/>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D2971456-C6D4-0F38-6B9E-1F35DDA6E4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2" name="Footer Placeholder 4">
            <a:extLst>
              <a:ext uri="{FF2B5EF4-FFF2-40B4-BE49-F238E27FC236}">
                <a16:creationId xmlns:a16="http://schemas.microsoft.com/office/drawing/2014/main" id="{C3720CF9-36DD-EAE0-4DFF-B34E1D72560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4209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Picture Placeholder 2"/>
          <p:cNvSpPr>
            <a:spLocks noGrp="1"/>
          </p:cNvSpPr>
          <p:nvPr>
            <p:ph type="pic" sz="quarter" idx="12" hasCustomPrompt="1"/>
          </p:nvPr>
        </p:nvSpPr>
        <p:spPr>
          <a:xfrm>
            <a:off x="0" y="0"/>
            <a:ext cx="4787900" cy="6858000"/>
          </a:xfrm>
        </p:spPr>
        <p:txBody>
          <a:bodyPr anchor="ctr" anchorCtr="0"/>
          <a:lstStyle>
            <a:lvl1pPr marL="0" indent="0" algn="ctr">
              <a:buNone/>
              <a:defRPr/>
            </a:lvl1pPr>
          </a:lstStyle>
          <a:p>
            <a:r>
              <a:rPr lang="en-US"/>
              <a:t>Chèn ảnh</a:t>
            </a:r>
          </a:p>
        </p:txBody>
      </p:sp>
      <p:sp>
        <p:nvSpPr>
          <p:cNvPr id="16" name="Title 1"/>
          <p:cNvSpPr>
            <a:spLocks noGrp="1"/>
          </p:cNvSpPr>
          <p:nvPr>
            <p:ph type="ctrTitle" hasCustomPrompt="1"/>
          </p:nvPr>
        </p:nvSpPr>
        <p:spPr>
          <a:xfrm>
            <a:off x="5626100" y="1109534"/>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626098" y="2870070"/>
            <a:ext cx="5959480" cy="2502381"/>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7" name="Rectangle 16"/>
          <p:cNvSpPr/>
          <p:nvPr userDrawn="1"/>
        </p:nvSpPr>
        <p:spPr>
          <a:xfrm>
            <a:off x="4787899" y="0"/>
            <a:ext cx="116779" cy="685800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5106" y="241300"/>
            <a:ext cx="292100" cy="292100"/>
          </a:xfrm>
          <a:prstGeom prst="rect">
            <a:avLst/>
          </a:prstGeom>
        </p:spPr>
      </p:pic>
      <p:pic>
        <p:nvPicPr>
          <p:cNvPr id="22" name="Picture 21"/>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7666FBEF-96D4-A728-F979-1B9E3C58461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68E8E8DD-CE54-0055-2BF7-151D57DF8BD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D272301E-8D74-6168-3E37-23F22C232E8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1E1F16EF-BF90-0E2D-8C37-9F7F65B32C5A}"/>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24C6974A-DD6E-7CB5-8FD4-600450267DC0}"/>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56196367-A723-A537-EB98-81ACB69748F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E466BEA6-14C4-AF23-E4A2-9D451D536F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C8362F22-F1FE-F284-D164-71325E2FE29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C52A85AC-B7B7-482A-12B3-980D59815FD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BF6D7656-F800-D94D-225F-EDD31055092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3" name="Footer Placeholder 4">
            <a:extLst>
              <a:ext uri="{FF2B5EF4-FFF2-40B4-BE49-F238E27FC236}">
                <a16:creationId xmlns:a16="http://schemas.microsoft.com/office/drawing/2014/main" id="{7D4C748E-C498-F3D1-FA1A-8DE0452D33B4}"/>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5093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Left">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F9E864A0-20A2-BDEB-4706-A5E83DDFA48B}"/>
              </a:ext>
            </a:extLst>
          </p:cNvPr>
          <p:cNvPicPr>
            <a:picLocks noChangeAspect="1"/>
          </p:cNvPicPr>
          <p:nvPr userDrawn="1"/>
        </p:nvPicPr>
        <p:blipFill>
          <a:blip r:embed="rId2">
            <a:duotone>
              <a:schemeClr val="bg2">
                <a:shade val="45000"/>
                <a:satMod val="135000"/>
              </a:schemeClr>
              <a:prstClr val="white"/>
            </a:duotone>
          </a:blip>
          <a:stretch>
            <a:fillRect/>
          </a:stretch>
        </p:blipFill>
        <p:spPr>
          <a:xfrm rot="2700000">
            <a:off x="781863" y="1310095"/>
            <a:ext cx="3916148" cy="3910374"/>
          </a:xfrm>
          <a:prstGeom prst="rect">
            <a:avLst/>
          </a:prstGeom>
        </p:spPr>
      </p:pic>
      <p:sp>
        <p:nvSpPr>
          <p:cNvPr id="16" name="Title 1"/>
          <p:cNvSpPr>
            <a:spLocks noGrp="1"/>
          </p:cNvSpPr>
          <p:nvPr>
            <p:ph type="ctrTitle" hasCustomPrompt="1"/>
          </p:nvPr>
        </p:nvSpPr>
        <p:spPr>
          <a:xfrm>
            <a:off x="5575300" y="769938"/>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575298" y="2530474"/>
            <a:ext cx="5959480" cy="3550350"/>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22" name="Picture 21"/>
          <p:cNvPicPr>
            <a:picLocks noChangeAspect="1"/>
          </p:cNvPicPr>
          <p:nvPr userDrawn="1"/>
        </p:nvPicPr>
        <p:blipFill>
          <a:blip r:embed="rId2"/>
          <a:stretch>
            <a:fillRect/>
          </a:stretch>
        </p:blipFill>
        <p:spPr>
          <a:xfrm>
            <a:off x="11987783" y="93587"/>
            <a:ext cx="107165" cy="107007"/>
          </a:xfrm>
          <a:prstGeom prst="rect">
            <a:avLst/>
          </a:prstGeom>
        </p:spPr>
      </p:pic>
      <p:sp>
        <p:nvSpPr>
          <p:cNvPr id="23" name="Picture Placeholder 22">
            <a:extLst>
              <a:ext uri="{FF2B5EF4-FFF2-40B4-BE49-F238E27FC236}">
                <a16:creationId xmlns:a16="http://schemas.microsoft.com/office/drawing/2014/main" id="{8A90EEE0-CD8C-2ACB-25F9-50BB8997F9B6}"/>
              </a:ext>
            </a:extLst>
          </p:cNvPr>
          <p:cNvSpPr>
            <a:spLocks noGrp="1"/>
          </p:cNvSpPr>
          <p:nvPr>
            <p:ph type="pic" sz="quarter" idx="12" hasCustomPrompt="1"/>
          </p:nvPr>
        </p:nvSpPr>
        <p:spPr>
          <a:xfrm>
            <a:off x="438976" y="127568"/>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4" name="Picture Placeholder 22">
            <a:extLst>
              <a:ext uri="{FF2B5EF4-FFF2-40B4-BE49-F238E27FC236}">
                <a16:creationId xmlns:a16="http://schemas.microsoft.com/office/drawing/2014/main" id="{DDDAF3A5-8C80-403E-4204-D45A798228F3}"/>
              </a:ext>
            </a:extLst>
          </p:cNvPr>
          <p:cNvSpPr>
            <a:spLocks noGrp="1"/>
          </p:cNvSpPr>
          <p:nvPr>
            <p:ph type="pic" sz="quarter" idx="13" hasCustomPrompt="1"/>
          </p:nvPr>
        </p:nvSpPr>
        <p:spPr>
          <a:xfrm>
            <a:off x="438976" y="3365543"/>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5" name="Picture Placeholder 22">
            <a:extLst>
              <a:ext uri="{FF2B5EF4-FFF2-40B4-BE49-F238E27FC236}">
                <a16:creationId xmlns:a16="http://schemas.microsoft.com/office/drawing/2014/main" id="{1442A5B8-CFC4-5FD2-2AD5-A6E2BE31C3D6}"/>
              </a:ext>
            </a:extLst>
          </p:cNvPr>
          <p:cNvSpPr>
            <a:spLocks noGrp="1"/>
          </p:cNvSpPr>
          <p:nvPr>
            <p:ph type="pic" sz="quarter" idx="14" hasCustomPrompt="1"/>
          </p:nvPr>
        </p:nvSpPr>
        <p:spPr>
          <a:xfrm>
            <a:off x="2032811" y="1752381"/>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pic>
        <p:nvPicPr>
          <p:cNvPr id="26" name="Picture 25">
            <a:extLst>
              <a:ext uri="{FF2B5EF4-FFF2-40B4-BE49-F238E27FC236}">
                <a16:creationId xmlns:a16="http://schemas.microsoft.com/office/drawing/2014/main" id="{18BE5A7E-5F20-6A38-5D19-14DA476864C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776" y="2393663"/>
            <a:ext cx="1716960" cy="1717475"/>
          </a:xfrm>
          <a:prstGeom prst="rect">
            <a:avLst/>
          </a:prstGeom>
        </p:spPr>
      </p:pic>
      <p:sp>
        <p:nvSpPr>
          <p:cNvPr id="2" name="Slide Number Placeholder 5">
            <a:extLst>
              <a:ext uri="{FF2B5EF4-FFF2-40B4-BE49-F238E27FC236}">
                <a16:creationId xmlns:a16="http://schemas.microsoft.com/office/drawing/2014/main" id="{09D97C13-D91F-4682-B432-81FF1B14B49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2684DFD5-27A7-C363-7007-2DC193A3EAF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8316999E-E9FF-973E-7101-9B1C4199764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766026A7-B4F0-EAA7-6E24-26FFBCA763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8FF0E9D6-6802-7688-2B57-6C08D5DA59C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6E658449-E3D8-FD81-A0DE-693514AECD38}"/>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3B45509-564D-FF36-7D23-E19C5706B85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034F2291-6314-C1AD-04AC-4C2F36AFBCE5}"/>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60D81222-A6F3-0F0F-54F8-3440A58FEE7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15F7985F-5BDC-B2DF-EE61-A86912B6894F}"/>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2" name="Footer Placeholder 4">
            <a:extLst>
              <a:ext uri="{FF2B5EF4-FFF2-40B4-BE49-F238E27FC236}">
                <a16:creationId xmlns:a16="http://schemas.microsoft.com/office/drawing/2014/main" id="{3F3C7577-EE0C-2234-C1BF-DA9C643EE26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541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ue Left">
    <p:spTree>
      <p:nvGrpSpPr>
        <p:cNvPr id="1" name=""/>
        <p:cNvGrpSpPr/>
        <p:nvPr/>
      </p:nvGrpSpPr>
      <p:grpSpPr>
        <a:xfrm>
          <a:off x="0" y="0"/>
          <a:ext cx="0" cy="0"/>
          <a:chOff x="0" y="0"/>
          <a:chExt cx="0" cy="0"/>
        </a:xfrm>
      </p:grpSpPr>
      <p:grpSp>
        <p:nvGrpSpPr>
          <p:cNvPr id="15" name="Group 14"/>
          <p:cNvGrpSpPr/>
          <p:nvPr userDrawn="1"/>
        </p:nvGrpSpPr>
        <p:grpSpPr>
          <a:xfrm>
            <a:off x="170156" y="134614"/>
            <a:ext cx="3918888" cy="6192390"/>
            <a:chOff x="125766" y="134614"/>
            <a:chExt cx="3918888" cy="6192390"/>
          </a:xfrm>
        </p:grpSpPr>
        <p:sp>
          <p:nvSpPr>
            <p:cNvPr id="16" name="Rectangle 15"/>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7" name="Rectangle 16"/>
            <p:cNvSpPr/>
            <p:nvPr userDrawn="1"/>
          </p:nvSpPr>
          <p:spPr>
            <a:xfrm>
              <a:off x="125766" y="134614"/>
              <a:ext cx="3918888" cy="5488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423332" y="2190750"/>
            <a:ext cx="3335867" cy="3761528"/>
          </a:xfrm>
        </p:spPr>
        <p:txBody>
          <a:bodyPr>
            <a:normAutofit/>
          </a:bodyPr>
          <a:lstStyle>
            <a:lvl1pPr marL="0" indent="0" algn="l">
              <a:lnSpc>
                <a:spcPct val="10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423333" y="481807"/>
            <a:ext cx="3335866" cy="1570038"/>
          </a:xfrm>
        </p:spPr>
        <p:txBody>
          <a:bodyPr anchor="b" anchorCtr="0">
            <a:noAutofit/>
          </a:bodyPr>
          <a:lstStyle>
            <a:lvl1pPr algn="l">
              <a:defRPr sz="2800" b="1">
                <a:solidFill>
                  <a:schemeClr val="bg1"/>
                </a:solidFill>
                <a:latin typeface="K2D" panose="00000500000000000000" pitchFamily="2" charset="-34"/>
              </a:defRPr>
            </a:lvl1pPr>
          </a:lstStyle>
          <a:p>
            <a:r>
              <a:rPr lang="en-US"/>
              <a:t>Tiêu đề</a:t>
            </a:r>
            <a:endParaRPr lang="en-US" dirty="0"/>
          </a:p>
        </p:txBody>
      </p:sp>
      <p:sp>
        <p:nvSpPr>
          <p:cNvPr id="10" name="Content Placeholder 9"/>
          <p:cNvSpPr>
            <a:spLocks noGrp="1"/>
          </p:cNvSpPr>
          <p:nvPr>
            <p:ph sz="quarter" idx="12" hasCustomPrompt="1"/>
          </p:nvPr>
        </p:nvSpPr>
        <p:spPr>
          <a:xfrm>
            <a:off x="4210050" y="1233577"/>
            <a:ext cx="7685088" cy="4882552"/>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57565" y="285479"/>
            <a:ext cx="457200" cy="457200"/>
          </a:xfrm>
          <a:prstGeom prst="rect">
            <a:avLst/>
          </a:prstGeom>
        </p:spPr>
      </p:pic>
      <p:pic>
        <p:nvPicPr>
          <p:cNvPr id="23" name="Picture 22"/>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555DA46C-D8B6-7CFC-66B8-7CB0661BDC5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C520D40A-2E3B-C7A9-C896-AB297CD1D502}"/>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90772D73-D33F-3CF1-F2EC-3AB49AB0A3E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3B7BB71-C74C-F574-53FD-686AF1FFDDB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D2F3CACD-6A80-FFA4-A1A8-D43F712955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FAEB09F-CD5E-7ADC-1B2F-8965E3D7128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1" name="TextBox 10">
              <a:extLst>
                <a:ext uri="{FF2B5EF4-FFF2-40B4-BE49-F238E27FC236}">
                  <a16:creationId xmlns:a16="http://schemas.microsoft.com/office/drawing/2014/main" id="{D6F64E0D-6262-6968-C324-91B0C29DAE2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2" name="TextBox 11">
            <a:extLst>
              <a:ext uri="{FF2B5EF4-FFF2-40B4-BE49-F238E27FC236}">
                <a16:creationId xmlns:a16="http://schemas.microsoft.com/office/drawing/2014/main" id="{46ACF565-7282-52D8-2F87-9979EB7D22E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3" name="Picture 12">
            <a:extLst>
              <a:ext uri="{FF2B5EF4-FFF2-40B4-BE49-F238E27FC236}">
                <a16:creationId xmlns:a16="http://schemas.microsoft.com/office/drawing/2014/main" id="{F5EB52C3-46A3-8597-EB48-A059B972B6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F417CD2D-3662-2AA5-03DA-B7DB71FD4D1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8" name="Footer Placeholder 4">
            <a:extLst>
              <a:ext uri="{FF2B5EF4-FFF2-40B4-BE49-F238E27FC236}">
                <a16:creationId xmlns:a16="http://schemas.microsoft.com/office/drawing/2014/main" id="{176764BE-F724-71A0-BE05-2D8CD35F4D5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75906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Top">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134613"/>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6191250" y="465934"/>
            <a:ext cx="5229225" cy="1634339"/>
          </a:xfrm>
        </p:spPr>
        <p:txBody>
          <a:bodyPr wrap="square">
            <a:no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24705" y="3223632"/>
            <a:ext cx="4928369"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25089" y="438150"/>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24706" y="3062972"/>
            <a:ext cx="4927984"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9DE2B706-8307-6ED5-F877-389B0B297961}"/>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7069466" y="2644402"/>
            <a:ext cx="3453753" cy="3402396"/>
          </a:xfrm>
          <a:prstGeom prst="rect">
            <a:avLst/>
          </a:prstGeom>
        </p:spPr>
      </p:pic>
      <p:pic>
        <p:nvPicPr>
          <p:cNvPr id="37" name="Picture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3815" y="2177429"/>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A5B4C324-3C81-EE05-863B-0BFD10068AD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7CC62863-B89C-435F-F151-714E85DDC0D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54D858D0-591A-DB7C-B0CF-EC5885EF6AA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1B9E2AA-8C7B-B434-371B-D07F8E42BC7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E048CFE-B19B-7653-369A-1274DDC6A672}"/>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8B54DA6-059E-42E3-D2C2-7CC236D17F7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B478C257-C905-714F-8D36-7C4FEA7B101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7171E3B6-9344-8EA5-ECCC-B4E2DB489CB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EB4D2815-B553-E7E3-A420-642D631F8509}"/>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43C1B86-79CD-A2B3-901F-0E811E86B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7" name="Footer Placeholder 4">
            <a:extLst>
              <a:ext uri="{FF2B5EF4-FFF2-40B4-BE49-F238E27FC236}">
                <a16:creationId xmlns:a16="http://schemas.microsoft.com/office/drawing/2014/main" id="{01990695-EF78-6AB0-E960-0608F2EFCBD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232255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Bottom">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3979538"/>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741485" y="4229011"/>
            <a:ext cx="5229225" cy="1634339"/>
          </a:xfrm>
        </p:spPr>
        <p:txBody>
          <a:bodyPr>
            <a:norm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569891" y="811935"/>
            <a:ext cx="5229225"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720704" y="2860675"/>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720704" y="2772120"/>
            <a:ext cx="4928369"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2CD997C6-547B-2702-8F85-89942F1AB17D}"/>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1183842" y="373388"/>
            <a:ext cx="3453753" cy="3402396"/>
          </a:xfrm>
          <a:prstGeom prst="rect">
            <a:avLst/>
          </a:prstGeom>
        </p:spPr>
      </p:pic>
      <p:pic>
        <p:nvPicPr>
          <p:cNvPr id="36" name="Picture 3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222467" y="3759764"/>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4AF876A1-6B11-6FF8-2D84-015F96056B1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29CA6408-9D66-09C4-41AB-00CC1729D3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1E0018DF-49AD-91F7-0DB0-C9BC1261979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A0C13370-E7EC-678E-BD5A-DB77AAE1330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84E15444-C65B-BCB2-0C08-2D44E08572B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552101A3-77ED-E52F-5EB8-690B6987C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97794B63-DFC9-1FBB-688F-B4BDE18353A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3970B167-68C8-83AC-0439-E32E52CA290E}"/>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D62CD55A-1C1C-F2FF-326E-E4EDF096096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2106D705-167D-4957-B052-389F58C3C7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7" name="Footer Placeholder 4">
            <a:extLst>
              <a:ext uri="{FF2B5EF4-FFF2-40B4-BE49-F238E27FC236}">
                <a16:creationId xmlns:a16="http://schemas.microsoft.com/office/drawing/2014/main" id="{4B50CB5C-9421-8092-B746-31E9C2FB314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2394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ser Information">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0" y="2580549"/>
            <a:ext cx="12192000" cy="107901"/>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3" name="Subtitle 2"/>
          <p:cNvSpPr>
            <a:spLocks noGrp="1"/>
          </p:cNvSpPr>
          <p:nvPr>
            <p:ph type="subTitle" idx="1" hasCustomPrompt="1"/>
          </p:nvPr>
        </p:nvSpPr>
        <p:spPr>
          <a:xfrm>
            <a:off x="3501972" y="3856819"/>
            <a:ext cx="7445428" cy="2304603"/>
          </a:xfrm>
        </p:spPr>
        <p:txBody>
          <a:bodyPr>
            <a:normAutofit/>
          </a:bodyPr>
          <a:lstStyle>
            <a:lvl1pPr marL="0" indent="0" algn="l">
              <a:lnSpc>
                <a:spcPct val="100000"/>
              </a:lnSpc>
              <a:buNone/>
              <a:defRPr sz="1600" b="0" i="0">
                <a:solidFill>
                  <a:srgbClr val="00000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Các thông tin cá nhân có liên quan</a:t>
            </a:r>
            <a:endParaRPr lang="en-US" dirty="0"/>
          </a:p>
        </p:txBody>
      </p:sp>
      <p:sp>
        <p:nvSpPr>
          <p:cNvPr id="2" name="Title 1"/>
          <p:cNvSpPr>
            <a:spLocks noGrp="1"/>
          </p:cNvSpPr>
          <p:nvPr>
            <p:ph type="ctrTitle" hasCustomPrompt="1"/>
          </p:nvPr>
        </p:nvSpPr>
        <p:spPr>
          <a:xfrm>
            <a:off x="3503437" y="2747660"/>
            <a:ext cx="7443963" cy="904404"/>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Nhấn vào để chỉnh sửa tên</a:t>
            </a:r>
            <a:endParaRPr lang="en-US" dirty="0"/>
          </a:p>
        </p:txBody>
      </p:sp>
      <p:sp>
        <p:nvSpPr>
          <p:cNvPr id="10" name="Picture Placeholder 9"/>
          <p:cNvSpPr>
            <a:spLocks noGrp="1"/>
          </p:cNvSpPr>
          <p:nvPr>
            <p:ph type="pic" sz="quarter" idx="13" hasCustomPrompt="1"/>
          </p:nvPr>
        </p:nvSpPr>
        <p:spPr>
          <a:xfrm>
            <a:off x="0" y="0"/>
            <a:ext cx="12192000" cy="2584938"/>
          </a:xfrm>
          <a:solidFill>
            <a:schemeClr val="bg1">
              <a:lumMod val="95000"/>
            </a:schemeClr>
          </a:solidFill>
        </p:spPr>
        <p:txBody>
          <a:bodyPr anchor="ctr" anchorCtr="0"/>
          <a:lstStyle>
            <a:lvl1pPr marL="0" indent="0" algn="ctr">
              <a:buNone/>
              <a:defRPr/>
            </a:lvl1pPr>
          </a:lstStyle>
          <a:p>
            <a:r>
              <a:rPr lang="en-US"/>
              <a:t>Ảnh bìa</a:t>
            </a:r>
          </a:p>
        </p:txBody>
      </p:sp>
      <p:sp>
        <p:nvSpPr>
          <p:cNvPr id="9" name="Picture Placeholder 8"/>
          <p:cNvSpPr>
            <a:spLocks noGrp="1"/>
          </p:cNvSpPr>
          <p:nvPr>
            <p:ph type="pic" sz="quarter" idx="12" hasCustomPrompt="1"/>
          </p:nvPr>
        </p:nvSpPr>
        <p:spPr>
          <a:xfrm>
            <a:off x="664144" y="1144291"/>
            <a:ext cx="2601302" cy="2606040"/>
          </a:xfrm>
          <a:prstGeom prst="ellipse">
            <a:avLst/>
          </a:prstGeom>
          <a:solidFill>
            <a:schemeClr val="bg1">
              <a:lumMod val="95000"/>
            </a:schemeClr>
          </a:solidFill>
          <a:ln w="38100">
            <a:solidFill>
              <a:schemeClr val="bg1"/>
            </a:solidFill>
            <a:miter lim="800000"/>
          </a:ln>
        </p:spPr>
        <p:txBody>
          <a:bodyPr anchor="ctr" anchorCtr="0"/>
          <a:lstStyle>
            <a:lvl1pPr marL="0" indent="0" algn="ctr">
              <a:buNone/>
              <a:defRPr/>
            </a:lvl1pPr>
          </a:lstStyle>
          <a:p>
            <a:r>
              <a:rPr lang="en-US"/>
              <a:t>Avatar</a:t>
            </a:r>
          </a:p>
        </p:txBody>
      </p:sp>
      <p:sp>
        <p:nvSpPr>
          <p:cNvPr id="19" name="Rectangle 18"/>
          <p:cNvSpPr/>
          <p:nvPr userDrawn="1"/>
        </p:nvSpPr>
        <p:spPr>
          <a:xfrm>
            <a:off x="3631224" y="3726827"/>
            <a:ext cx="1820007" cy="45719"/>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2" name="Picture Placeholder 11"/>
          <p:cNvSpPr>
            <a:spLocks noGrp="1"/>
          </p:cNvSpPr>
          <p:nvPr>
            <p:ph type="pic" sz="quarter" idx="14" hasCustomPrompt="1"/>
          </p:nvPr>
        </p:nvSpPr>
        <p:spPr>
          <a:xfrm>
            <a:off x="10348756" y="4679980"/>
            <a:ext cx="1574800" cy="1589422"/>
          </a:xfrm>
        </p:spPr>
        <p:txBody>
          <a:bodyPr anchor="ctr" anchorCtr="1"/>
          <a:lstStyle>
            <a:lvl1pPr marL="0" indent="0">
              <a:buNone/>
              <a:defRPr baseline="0">
                <a:latin typeface="K2D" panose="00000500000000000000" pitchFamily="2" charset="-34"/>
              </a:defRPr>
            </a:lvl1pPr>
          </a:lstStyle>
          <a:p>
            <a:r>
              <a:rPr lang="en-US"/>
              <a:t>Mã QR</a:t>
            </a:r>
          </a:p>
        </p:txBody>
      </p:sp>
      <p:pic>
        <p:nvPicPr>
          <p:cNvPr id="21" name="Picture 20">
            <a:extLst>
              <a:ext uri="{FF2B5EF4-FFF2-40B4-BE49-F238E27FC236}">
                <a16:creationId xmlns:a16="http://schemas.microsoft.com/office/drawing/2014/main" id="{A8399B61-C397-6E24-154B-55AEE91F31FA}"/>
              </a:ext>
            </a:extLst>
          </p:cNvPr>
          <p:cNvPicPr>
            <a:picLocks noChangeAspect="1"/>
          </p:cNvPicPr>
          <p:nvPr userDrawn="1"/>
        </p:nvPicPr>
        <p:blipFill>
          <a:blip r:embed="rId2" cstate="print">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839319" y="3749686"/>
            <a:ext cx="2513362" cy="2475989"/>
          </a:xfrm>
          <a:prstGeom prst="rect">
            <a:avLst/>
          </a:prstGeom>
        </p:spPr>
      </p:pic>
      <p:pic>
        <p:nvPicPr>
          <p:cNvPr id="35" name="Picture 3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09872" y="3047462"/>
            <a:ext cx="292100" cy="292100"/>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78885C0-D685-8BA1-0334-F39B9B68D71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DF714-887C-B1B4-0544-F3318FB936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245B2670-DCDB-9912-43A9-DB6F7732594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10719D13-9667-D80B-8E63-2EAE238785E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6D5820E4-D785-554F-4A26-439F94DC39CB}"/>
              </a:ext>
            </a:extLst>
          </p:cNvPr>
          <p:cNvGrpSpPr/>
          <p:nvPr userDrawn="1"/>
        </p:nvGrpSpPr>
        <p:grpSpPr>
          <a:xfrm>
            <a:off x="817685" y="6410864"/>
            <a:ext cx="2760487" cy="403790"/>
            <a:chOff x="741485" y="6410864"/>
            <a:chExt cx="2760487" cy="403790"/>
          </a:xfrm>
        </p:grpSpPr>
        <p:sp>
          <p:nvSpPr>
            <p:cNvPr id="11" name="TextBox 10">
              <a:extLst>
                <a:ext uri="{FF2B5EF4-FFF2-40B4-BE49-F238E27FC236}">
                  <a16:creationId xmlns:a16="http://schemas.microsoft.com/office/drawing/2014/main" id="{72173FE2-FAF0-8CC7-CB52-0A02CAB31B9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EAC9A41C-6FE6-99FD-63A0-4F13214472F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AE355810-09A4-7711-CAE0-3B52F9B0F7A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7CFD61F0-56D5-64BF-42C1-A40A09A1EC80}"/>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D9E8BE1-8359-B3EB-76B9-E21898BB1182}"/>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7" name="Footer Placeholder 4">
            <a:extLst>
              <a:ext uri="{FF2B5EF4-FFF2-40B4-BE49-F238E27FC236}">
                <a16:creationId xmlns:a16="http://schemas.microsoft.com/office/drawing/2014/main" id="{D8313AA7-7AE7-BBBB-D161-E7992A58C09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68550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6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sp>
        <p:nvSpPr>
          <p:cNvPr id="3" name="Text Placeholder 2"/>
          <p:cNvSpPr>
            <a:spLocks noGrp="1"/>
          </p:cNvSpPr>
          <p:nvPr>
            <p:ph type="body" idx="1" hasCustomPrompt="1"/>
          </p:nvPr>
        </p:nvSpPr>
        <p:spPr>
          <a:xfrm>
            <a:off x="839789"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1</a:t>
            </a:r>
            <a:endParaRPr lang="en-US" dirty="0"/>
          </a:p>
        </p:txBody>
      </p:sp>
      <p:sp>
        <p:nvSpPr>
          <p:cNvPr id="15" name="Content Placeholder 9"/>
          <p:cNvSpPr>
            <a:spLocks noGrp="1"/>
          </p:cNvSpPr>
          <p:nvPr>
            <p:ph sz="quarter" idx="12" hasCustomPrompt="1"/>
          </p:nvPr>
        </p:nvSpPr>
        <p:spPr>
          <a:xfrm>
            <a:off x="839788"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sp>
        <p:nvSpPr>
          <p:cNvPr id="22" name="Text Placeholder 2"/>
          <p:cNvSpPr>
            <a:spLocks noGrp="1"/>
          </p:cNvSpPr>
          <p:nvPr>
            <p:ph type="body" idx="13" hasCustomPrompt="1"/>
          </p:nvPr>
        </p:nvSpPr>
        <p:spPr>
          <a:xfrm>
            <a:off x="6308727"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2</a:t>
            </a:r>
            <a:endParaRPr lang="en-US" dirty="0"/>
          </a:p>
        </p:txBody>
      </p:sp>
      <p:sp>
        <p:nvSpPr>
          <p:cNvPr id="23" name="Content Placeholder 9"/>
          <p:cNvSpPr>
            <a:spLocks noGrp="1"/>
          </p:cNvSpPr>
          <p:nvPr>
            <p:ph sz="quarter" idx="14" hasCustomPrompt="1"/>
          </p:nvPr>
        </p:nvSpPr>
        <p:spPr>
          <a:xfrm>
            <a:off x="6308726"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pic>
        <p:nvPicPr>
          <p:cNvPr id="32" name="Picture 3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5" name="Picture 24"/>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A9BD5AE-860A-11DA-EDCF-22268C7C9A8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50682-E7A5-4FC0-F3BE-BB9A232438A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B29D63CC-5B2D-403A-2D8D-77E5D2B6108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DE5D36C9-D247-9D20-3BF2-F3349DFE29EF}"/>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B63E65D7-4824-ED09-532B-9FC7698CEF88}"/>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D6AB20A-6E3F-4D3A-66A0-FB26AD4A104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54847801-603B-FBC5-F985-AE9459E3CD4E}"/>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C8F14B01-E23B-BFC7-B317-7E21D60D518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B56432E-6829-4DE3-60A2-6B8BBDC6B4B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187C7D7A-D6B4-F348-B4E4-CA33AB53AD58}"/>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4" name="Footer Placeholder 4">
            <a:extLst>
              <a:ext uri="{FF2B5EF4-FFF2-40B4-BE49-F238E27FC236}">
                <a16:creationId xmlns:a16="http://schemas.microsoft.com/office/drawing/2014/main" id="{19648BD2-EBDF-9F5F-296A-DFCA3F0BF82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66946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a:xfrm>
            <a:off x="741487" y="465301"/>
            <a:ext cx="3657600" cy="2743200"/>
          </a:xfrm>
          <a:ln w="57150">
            <a:solidFill>
              <a:schemeClr val="bg1">
                <a:lumMod val="95000"/>
              </a:schemeClr>
            </a:solidFill>
            <a:miter lim="800000"/>
          </a:ln>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400" b="0" i="0" kern="1200" baseline="0" dirty="0">
                <a:solidFill>
                  <a:schemeClr val="tx1"/>
                </a:solidFill>
                <a:latin typeface="Readex Pro" pitchFamily="2" charset="-78"/>
                <a:ea typeface="+mn-ea"/>
                <a:cs typeface="Readex Pro" pitchFamily="2" charset="-78"/>
              </a:defRPr>
            </a:lvl1pPr>
          </a:lstStyle>
          <a:p>
            <a:r>
              <a:rPr lang="en-US"/>
              <a:t>Chèn ảnh</a:t>
            </a:r>
            <a:endParaRPr lang="en-US" dirty="0"/>
          </a:p>
        </p:txBody>
      </p:sp>
      <p:sp>
        <p:nvSpPr>
          <p:cNvPr id="17" name="Picture Placeholder 4"/>
          <p:cNvSpPr>
            <a:spLocks noGrp="1"/>
          </p:cNvSpPr>
          <p:nvPr>
            <p:ph type="pic" sz="quarter" idx="12" hasCustomPrompt="1"/>
          </p:nvPr>
        </p:nvSpPr>
        <p:spPr>
          <a:xfrm>
            <a:off x="4678998" y="465301"/>
            <a:ext cx="3571623"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18" name="Picture Placeholder 5"/>
          <p:cNvSpPr>
            <a:spLocks noGrp="1"/>
          </p:cNvSpPr>
          <p:nvPr>
            <p:ph type="pic" sz="quarter" idx="15" hasCustomPrompt="1"/>
          </p:nvPr>
        </p:nvSpPr>
        <p:spPr>
          <a:xfrm>
            <a:off x="8530533" y="474155"/>
            <a:ext cx="27432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0" name="Picture Placeholder 7"/>
          <p:cNvSpPr>
            <a:spLocks noGrp="1"/>
          </p:cNvSpPr>
          <p:nvPr>
            <p:ph type="pic" sz="quarter" idx="14" hasCustomPrompt="1"/>
          </p:nvPr>
        </p:nvSpPr>
        <p:spPr>
          <a:xfrm>
            <a:off x="7484734" y="3450874"/>
            <a:ext cx="3788999"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1" name="Picture Placeholder 8"/>
          <p:cNvSpPr>
            <a:spLocks noGrp="1"/>
          </p:cNvSpPr>
          <p:nvPr>
            <p:ph type="pic" sz="quarter" idx="16" hasCustomPrompt="1"/>
          </p:nvPr>
        </p:nvSpPr>
        <p:spPr>
          <a:xfrm>
            <a:off x="741485" y="3450874"/>
            <a:ext cx="64770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pic>
        <p:nvPicPr>
          <p:cNvPr id="19" name="Picture 1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31D2F5E-B4B4-4F13-5B40-6B34D4077BF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E28C786-22D7-B802-E1CD-F76CACF14CCC}"/>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747DAB2-9527-687A-8677-8F0D90CD784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00F80466-9EFF-A73A-B6DE-D269BCE066A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A43337E1-C74F-3AB9-3062-C33D866163B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812D348-DF45-A829-E72D-196DEC172D7E}"/>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DA8F8196-C024-0B7C-46F7-739B24E5DBF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A860906-4DB7-35A0-12A0-880FE34D0611}"/>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FAD6CDF9-3E97-FB61-7CE7-3D09FA86D7A3}"/>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6218C02C-39DB-9A5F-95CB-0C3CAB08327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3" name="Footer Placeholder 4">
            <a:extLst>
              <a:ext uri="{FF2B5EF4-FFF2-40B4-BE49-F238E27FC236}">
                <a16:creationId xmlns:a16="http://schemas.microsoft.com/office/drawing/2014/main" id="{14506B3F-1DF2-A2B1-B917-52BD9BA9F29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55697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Effect transition="in" filter="fade">
                                      <p:cBhvr>
                                        <p:cTn id="9" dur="100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1000" fill="hold"/>
                                        <p:tgtEl>
                                          <p:spTgt spid="17"/>
                                        </p:tgtEl>
                                        <p:attrNameLst>
                                          <p:attrName>ppt_w</p:attrName>
                                        </p:attrNameLst>
                                      </p:cBhvr>
                                      <p:tavLst>
                                        <p:tav tm="0">
                                          <p:val>
                                            <p:fltVal val="0"/>
                                          </p:val>
                                        </p:tav>
                                        <p:tav tm="100000">
                                          <p:val>
                                            <p:strVal val="#ppt_w"/>
                                          </p:val>
                                        </p:tav>
                                      </p:tavLst>
                                    </p:anim>
                                    <p:anim calcmode="lin" valueType="num">
                                      <p:cBhvr>
                                        <p:cTn id="13" dur="1000" fill="hold"/>
                                        <p:tgtEl>
                                          <p:spTgt spid="17"/>
                                        </p:tgtEl>
                                        <p:attrNameLst>
                                          <p:attrName>ppt_h</p:attrName>
                                        </p:attrNameLst>
                                      </p:cBhvr>
                                      <p:tavLst>
                                        <p:tav tm="0">
                                          <p:val>
                                            <p:fltVal val="0"/>
                                          </p:val>
                                        </p:tav>
                                        <p:tav tm="100000">
                                          <p:val>
                                            <p:strVal val="#ppt_h"/>
                                          </p:val>
                                        </p:tav>
                                      </p:tavLst>
                                    </p:anim>
                                    <p:animEffect transition="in" filter="fade">
                                      <p:cBhvr>
                                        <p:cTn id="14" dur="1000"/>
                                        <p:tgtEl>
                                          <p:spTgt spid="17"/>
                                        </p:tgtEl>
                                      </p:cBhvr>
                                    </p:animEffect>
                                  </p:childTnLst>
                                </p:cTn>
                              </p:par>
                              <p:par>
                                <p:cTn id="15" presetID="53" presetClass="entr" presetSubtype="16"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1000" fill="hold"/>
                                        <p:tgtEl>
                                          <p:spTgt spid="18"/>
                                        </p:tgtEl>
                                        <p:attrNameLst>
                                          <p:attrName>ppt_w</p:attrName>
                                        </p:attrNameLst>
                                      </p:cBhvr>
                                      <p:tavLst>
                                        <p:tav tm="0">
                                          <p:val>
                                            <p:fltVal val="0"/>
                                          </p:val>
                                        </p:tav>
                                        <p:tav tm="100000">
                                          <p:val>
                                            <p:strVal val="#ppt_w"/>
                                          </p:val>
                                        </p:tav>
                                      </p:tavLst>
                                    </p:anim>
                                    <p:anim calcmode="lin" valueType="num">
                                      <p:cBhvr>
                                        <p:cTn id="18" dur="1000" fill="hold"/>
                                        <p:tgtEl>
                                          <p:spTgt spid="18"/>
                                        </p:tgtEl>
                                        <p:attrNameLst>
                                          <p:attrName>ppt_h</p:attrName>
                                        </p:attrNameLst>
                                      </p:cBhvr>
                                      <p:tavLst>
                                        <p:tav tm="0">
                                          <p:val>
                                            <p:fltVal val="0"/>
                                          </p:val>
                                        </p:tav>
                                        <p:tav tm="100000">
                                          <p:val>
                                            <p:strVal val="#ppt_h"/>
                                          </p:val>
                                        </p:tav>
                                      </p:tavLst>
                                    </p:anim>
                                    <p:animEffect transition="in" filter="fade">
                                      <p:cBhvr>
                                        <p:cTn id="19" dur="1000"/>
                                        <p:tgtEl>
                                          <p:spTgt spid="18"/>
                                        </p:tgtEl>
                                      </p:cBhvr>
                                    </p:animEffect>
                                  </p:childTnLst>
                                </p:cTn>
                              </p:par>
                              <p:par>
                                <p:cTn id="20" presetID="53" presetClass="entr" presetSubtype="16"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1000" fill="hold"/>
                                        <p:tgtEl>
                                          <p:spTgt spid="20"/>
                                        </p:tgtEl>
                                        <p:attrNameLst>
                                          <p:attrName>ppt_w</p:attrName>
                                        </p:attrNameLst>
                                      </p:cBhvr>
                                      <p:tavLst>
                                        <p:tav tm="0">
                                          <p:val>
                                            <p:fltVal val="0"/>
                                          </p:val>
                                        </p:tav>
                                        <p:tav tm="100000">
                                          <p:val>
                                            <p:strVal val="#ppt_w"/>
                                          </p:val>
                                        </p:tav>
                                      </p:tavLst>
                                    </p:anim>
                                    <p:anim calcmode="lin" valueType="num">
                                      <p:cBhvr>
                                        <p:cTn id="23" dur="1000" fill="hold"/>
                                        <p:tgtEl>
                                          <p:spTgt spid="20"/>
                                        </p:tgtEl>
                                        <p:attrNameLst>
                                          <p:attrName>ppt_h</p:attrName>
                                        </p:attrNameLst>
                                      </p:cBhvr>
                                      <p:tavLst>
                                        <p:tav tm="0">
                                          <p:val>
                                            <p:fltVal val="0"/>
                                          </p:val>
                                        </p:tav>
                                        <p:tav tm="100000">
                                          <p:val>
                                            <p:strVal val="#ppt_h"/>
                                          </p:val>
                                        </p:tav>
                                      </p:tavLst>
                                    </p:anim>
                                    <p:animEffect transition="in" filter="fade">
                                      <p:cBhvr>
                                        <p:cTn id="24" dur="1000"/>
                                        <p:tgtEl>
                                          <p:spTgt spid="20"/>
                                        </p:tgtEl>
                                      </p:cBhvr>
                                    </p:animEffect>
                                  </p:childTnLst>
                                </p:cTn>
                              </p:par>
                              <p:par>
                                <p:cTn id="25" presetID="53" presetClass="entr" presetSubtype="16"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1000" fill="hold"/>
                                        <p:tgtEl>
                                          <p:spTgt spid="21"/>
                                        </p:tgtEl>
                                        <p:attrNameLst>
                                          <p:attrName>ppt_w</p:attrName>
                                        </p:attrNameLst>
                                      </p:cBhvr>
                                      <p:tavLst>
                                        <p:tav tm="0">
                                          <p:val>
                                            <p:fltVal val="0"/>
                                          </p:val>
                                        </p:tav>
                                        <p:tav tm="100000">
                                          <p:val>
                                            <p:strVal val="#ppt_w"/>
                                          </p:val>
                                        </p:tav>
                                      </p:tavLst>
                                    </p:anim>
                                    <p:anim calcmode="lin" valueType="num">
                                      <p:cBhvr>
                                        <p:cTn id="28" dur="1000" fill="hold"/>
                                        <p:tgtEl>
                                          <p:spTgt spid="21"/>
                                        </p:tgtEl>
                                        <p:attrNameLst>
                                          <p:attrName>ppt_h</p:attrName>
                                        </p:attrNameLst>
                                      </p:cBhvr>
                                      <p:tavLst>
                                        <p:tav tm="0">
                                          <p:val>
                                            <p:fltVal val="0"/>
                                          </p:val>
                                        </p:tav>
                                        <p:tav tm="100000">
                                          <p:val>
                                            <p:strVal val="#ppt_h"/>
                                          </p:val>
                                        </p:tav>
                                      </p:tavLst>
                                    </p:anim>
                                    <p:animEffect transition="in" filter="fade">
                                      <p:cBhvr>
                                        <p:cTn id="29"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cxnSp>
        <p:nvCxnSpPr>
          <p:cNvPr id="17" name="Straight Connector 16"/>
          <p:cNvCxnSpPr/>
          <p:nvPr userDrawn="1"/>
        </p:nvCxnSpPr>
        <p:spPr>
          <a:xfrm>
            <a:off x="60960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897765" y="1162050"/>
            <a:ext cx="4697377"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6597297" y="1162050"/>
            <a:ext cx="4697377"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2" name="Text Placeholder 20"/>
          <p:cNvSpPr>
            <a:spLocks noGrp="1"/>
          </p:cNvSpPr>
          <p:nvPr>
            <p:ph type="body" sz="quarter" idx="16" hasCustomPrompt="1"/>
          </p:nvPr>
        </p:nvSpPr>
        <p:spPr>
          <a:xfrm>
            <a:off x="898361"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6597892"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5" name="Rectangle 24"/>
          <p:cNvSpPr/>
          <p:nvPr userDrawn="1"/>
        </p:nvSpPr>
        <p:spPr>
          <a:xfrm flipH="1" flipV="1">
            <a:off x="898257"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6597788"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0" name="Picture 19"/>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27B2114-05AD-5B46-042A-74C2E1E114D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5412D61D-E589-A35B-EEF9-9C42ABC105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68A589A6-0D91-BA6C-6308-33240D74B74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9A0B255F-3EA0-6316-1814-EA69B3A1C94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99C3888-223C-A47F-802D-E01AE0261584}"/>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AAFDAA6-E7FA-2A32-DFA6-F90442ED860C}"/>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94DC1B11-CA57-3325-DD06-C67EE58D7FC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8C3C485-7E6C-D1B8-B245-95DB0F954A97}"/>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A4B1F8E9-DA5B-DA41-D6FB-62DFDED23A37}"/>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1B773FC-C6DB-8895-F8FB-AC357B5F1F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2" name="Footer Placeholder 4">
            <a:extLst>
              <a:ext uri="{FF2B5EF4-FFF2-40B4-BE49-F238E27FC236}">
                <a16:creationId xmlns:a16="http://schemas.microsoft.com/office/drawing/2014/main" id="{8ED3E9AD-AE54-8D77-117E-98F95DCE650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02342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329375" y="1162050"/>
            <a:ext cx="3368256" cy="1949450"/>
          </a:xfrm>
        </p:spPr>
        <p:txBody>
          <a:bodyPr anchor="ctr" anchorCtr="0">
            <a:normAutofit/>
          </a:bodyPr>
          <a:lstStyle>
            <a:lvl1pPr marL="0" indent="0" algn="ctr">
              <a:buNone/>
              <a:defRPr sz="2000" baseline="0">
                <a:latin typeface="Readex Pro" pitchFamily="2" charset="-78"/>
                <a:cs typeface="Readex Pro" pitchFamily="2" charset="-78"/>
              </a:defRPr>
            </a:lvl1pPr>
          </a:lstStyle>
          <a:p>
            <a:r>
              <a:rPr lang="en-US"/>
              <a:t>Chèn ảnh</a:t>
            </a:r>
          </a:p>
        </p:txBody>
      </p:sp>
      <p:cxnSp>
        <p:nvCxnSpPr>
          <p:cNvPr id="7" name="Straight Connector 6"/>
          <p:cNvCxnSpPr/>
          <p:nvPr userDrawn="1"/>
        </p:nvCxnSpPr>
        <p:spPr>
          <a:xfrm>
            <a:off x="40386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8086459"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4378402" y="1162050"/>
            <a:ext cx="3368256"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8426261" y="1162050"/>
            <a:ext cx="3368256"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1" name="Text Placeholder 20"/>
          <p:cNvSpPr>
            <a:spLocks noGrp="1"/>
          </p:cNvSpPr>
          <p:nvPr>
            <p:ph type="body" sz="quarter" idx="15" hasCustomPrompt="1"/>
          </p:nvPr>
        </p:nvSpPr>
        <p:spPr>
          <a:xfrm>
            <a:off x="329912" y="3302000"/>
            <a:ext cx="3367088" cy="2613025"/>
          </a:xfrm>
        </p:spPr>
        <p:txBody>
          <a:bodyPr>
            <a:normAutofit/>
          </a:bodyPr>
          <a:lstStyle>
            <a:lvl1pPr marL="0" indent="0">
              <a:lnSpc>
                <a:spcPct val="100000"/>
              </a:lnSpc>
              <a:buNone/>
              <a:defRPr sz="1800">
                <a:latin typeface="Readex Pro" pitchFamily="2" charset="-78"/>
                <a:cs typeface="Readex Pro" pitchFamily="2" charset="-78"/>
              </a:defRPr>
            </a:lvl1pPr>
            <a:lvl2pPr marL="457200" indent="0">
              <a:lnSpc>
                <a:spcPct val="100000"/>
              </a:lnSpc>
              <a:buNone/>
              <a:defRPr sz="1600">
                <a:latin typeface="Readex Pro" pitchFamily="2" charset="-78"/>
                <a:cs typeface="Readex Pro" pitchFamily="2" charset="-78"/>
              </a:defRPr>
            </a:lvl2pPr>
            <a:lvl3pPr marL="914400" indent="0">
              <a:lnSpc>
                <a:spcPct val="100000"/>
              </a:lnSpc>
              <a:buNone/>
              <a:defRPr sz="1400">
                <a:latin typeface="Readex Pro" pitchFamily="2" charset="-78"/>
                <a:cs typeface="Readex Pro" pitchFamily="2" charset="-78"/>
              </a:defRPr>
            </a:lvl3pPr>
            <a:lvl4pPr marL="1371600" indent="0">
              <a:lnSpc>
                <a:spcPct val="100000"/>
              </a:lnSpc>
              <a:buNone/>
              <a:defRPr sz="1200">
                <a:latin typeface="Readex Pro" pitchFamily="2" charset="-78"/>
                <a:cs typeface="Readex Pro" pitchFamily="2" charset="-78"/>
              </a:defRPr>
            </a:lvl4pPr>
            <a:lvl5pPr marL="1828800" indent="0">
              <a:lnSpc>
                <a:spcPct val="100000"/>
              </a:lnSpc>
              <a:buNone/>
              <a:defRPr sz="1200">
                <a:latin typeface="Readex Pro" pitchFamily="2" charset="-78"/>
                <a:cs typeface="Readex Pro" pitchFamily="2" charset="-78"/>
              </a:defRPr>
            </a:lvl5pPr>
          </a:lstStyle>
          <a:p>
            <a:pPr lvl="0"/>
            <a:r>
              <a:rPr lang="en-US"/>
              <a:t>Nội dung</a:t>
            </a:r>
            <a:endParaRPr lang="en-US" dirty="0"/>
          </a:p>
        </p:txBody>
      </p:sp>
      <p:sp>
        <p:nvSpPr>
          <p:cNvPr id="22" name="Text Placeholder 20"/>
          <p:cNvSpPr>
            <a:spLocks noGrp="1"/>
          </p:cNvSpPr>
          <p:nvPr>
            <p:ph type="body" sz="quarter" idx="16" hasCustomPrompt="1"/>
          </p:nvPr>
        </p:nvSpPr>
        <p:spPr>
          <a:xfrm>
            <a:off x="4378402"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8426260"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4" name="Rectangle 23"/>
          <p:cNvSpPr/>
          <p:nvPr userDrawn="1"/>
        </p:nvSpPr>
        <p:spPr>
          <a:xfrm flipH="1" flipV="1">
            <a:off x="329374"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5" name="Rectangle 24"/>
          <p:cNvSpPr/>
          <p:nvPr userDrawn="1"/>
        </p:nvSpPr>
        <p:spPr>
          <a:xfrm flipH="1" flipV="1">
            <a:off x="4377232"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8425090"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7" name="Picture 26"/>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A85175A-A5CA-FDCD-9D1E-D1E3A5C0861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572AE3C-B845-C37F-3FA3-517EBBCCD80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73C2B34-BC37-24CD-CCCC-86C84255F60D}"/>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4F3A51EC-EB1C-A2F5-191D-39EC3871D7F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D16B55C-8A59-6B1B-682C-62AA2B73A476}"/>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4FC2AAA9-0C7E-3269-988C-8B585C6196A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92758D9-75FB-A297-C9B0-0046880A091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1A0FD0A9-AA5C-7D0D-4E1D-5CCB189D948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7C2D20B6-C339-D112-86D5-A51948B07F5D}"/>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D1D37C2-EC33-4641-5CD8-DBFCCC5A5A3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4" name="Footer Placeholder 4">
            <a:extLst>
              <a:ext uri="{FF2B5EF4-FFF2-40B4-BE49-F238E27FC236}">
                <a16:creationId xmlns:a16="http://schemas.microsoft.com/office/drawing/2014/main" id="{6F9D2D5D-F42C-AD89-38B2-8E5862B86D7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799990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3" name="Content Placeholder 9"/>
          <p:cNvSpPr>
            <a:spLocks noGrp="1"/>
          </p:cNvSpPr>
          <p:nvPr>
            <p:ph sz="quarter" idx="12" hasCustomPrompt="1"/>
          </p:nvPr>
        </p:nvSpPr>
        <p:spPr>
          <a:xfrm rot="5400000">
            <a:off x="4113213" y="-1449386"/>
            <a:ext cx="3965573" cy="105156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sp>
        <p:nvSpPr>
          <p:cNvPr id="17"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1" name="Picture 2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043EC71-5B9E-C0BC-1876-C8F7F39BC54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E4374B3-12AF-4FD8-DEB7-27010168D059}"/>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8BA7498-F3BC-86B3-1A69-799334B6D0C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C85D92-154D-811A-7CED-746E05BC99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31FF18A3-B64B-560A-0E4C-FAE23671DD1B}"/>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0087580-3DBD-8257-F1D1-7914462F84C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23924CB2-D38F-D098-BA0D-F7AF3FD0DAE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1944464-246D-1746-8383-CA6C986DD6C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936B468E-C03F-EA5D-3562-3CF0D836AD6F}"/>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EDB08078-B43B-9900-A614-EDD1B700D365}"/>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2" name="Footer Placeholder 4">
            <a:extLst>
              <a:ext uri="{FF2B5EF4-FFF2-40B4-BE49-F238E27FC236}">
                <a16:creationId xmlns:a16="http://schemas.microsoft.com/office/drawing/2014/main" id="{853B98CF-4D09-7334-F10E-AC294939893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0651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lang="en-US" sz="3200" b="1" kern="1200" smtClean="0">
                <a:solidFill>
                  <a:srgbClr val="1F5CA9"/>
                </a:solidFill>
                <a:latin typeface="K2D" panose="00000500000000000000" pitchFamily="2" charset="-34"/>
                <a:ea typeface="+mn-ea"/>
                <a:cs typeface="+mn-cs"/>
              </a:defRPr>
            </a:lvl1pPr>
          </a:lstStyle>
          <a:p>
            <a:r>
              <a:rPr lang="en-US"/>
              <a:t>Tiêu đề</a:t>
            </a:r>
            <a:endParaRPr lang="en-US" dirty="0"/>
          </a:p>
        </p:txBody>
      </p:sp>
      <p:sp>
        <p:nvSpPr>
          <p:cNvPr id="13" name="Content Placeholder 9"/>
          <p:cNvSpPr>
            <a:spLocks noGrp="1"/>
          </p:cNvSpPr>
          <p:nvPr>
            <p:ph sz="quarter" idx="12" hasCustomPrompt="1"/>
          </p:nvPr>
        </p:nvSpPr>
        <p:spPr>
          <a:xfrm rot="5400000">
            <a:off x="1875631" y="-672303"/>
            <a:ext cx="5811837" cy="78867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21981" y="51983"/>
            <a:ext cx="292100" cy="292100"/>
          </a:xfrm>
          <a:prstGeom prst="rect">
            <a:avLst/>
          </a:prstGeom>
        </p:spPr>
      </p:pic>
      <p:pic>
        <p:nvPicPr>
          <p:cNvPr id="19" name="Picture 18"/>
          <p:cNvPicPr>
            <a:picLocks noChangeAspect="1"/>
          </p:cNvPicPr>
          <p:nvPr userDrawn="1"/>
        </p:nvPicPr>
        <p:blipFill>
          <a:blip r:embed="rId3"/>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0E9D4A31-78FB-C50E-E557-1D6A2AB1B39D}"/>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2DE77047-2D78-10EA-8B2B-464D363FDA7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41B0BADC-EE2D-7AA3-FE84-68EB6BD21ECE}"/>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6EC3A035-1495-F2B0-9581-76B6F74E68E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BEFB4826-5D0F-51B0-8FB3-AF794F93FD9F}"/>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64DA189B-1ADB-AEB4-5954-98C27419F04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6BD18312-4501-E052-78A4-D56485FF5E5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6BFB8709-60EF-0C2D-7AE6-97383C28A99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1A513177-236E-9D57-556A-25BA2A08A567}"/>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B60C45-18AD-EA2E-F8C7-09BC10A7EB8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4" name="Footer Placeholder 4">
            <a:extLst>
              <a:ext uri="{FF2B5EF4-FFF2-40B4-BE49-F238E27FC236}">
                <a16:creationId xmlns:a16="http://schemas.microsoft.com/office/drawing/2014/main" id="{06116A22-46CD-EA17-0317-B3A75C355C67}"/>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2725897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25583"/>
            <a:ext cx="10515600" cy="978408"/>
          </a:xfrm>
        </p:spPr>
        <p:txBody>
          <a:bodyPr/>
          <a:lstStyle>
            <a:lvl1pPr>
              <a:defRPr lang="en-US" sz="3200" b="1" kern="1200" baseline="0" smtClean="0">
                <a:solidFill>
                  <a:srgbClr val="1F5CA9"/>
                </a:solidFill>
                <a:latin typeface="K2D" panose="00000500000000000000" pitchFamily="2" charset="-34"/>
                <a:ea typeface="+mn-ea"/>
                <a:cs typeface="+mn-cs"/>
              </a:defRPr>
            </a:lvl1pPr>
          </a:lstStyle>
          <a:p>
            <a:r>
              <a:rPr lang="en-US"/>
              <a:t>Tiêu đề</a:t>
            </a:r>
            <a:endParaRPr lang="en-US" dirty="0"/>
          </a:p>
        </p:txBody>
      </p:sp>
      <p:pic>
        <p:nvPicPr>
          <p:cNvPr id="18" name="Picture 17">
            <a:extLst>
              <a:ext uri="{FF2B5EF4-FFF2-40B4-BE49-F238E27FC236}">
                <a16:creationId xmlns:a16="http://schemas.microsoft.com/office/drawing/2014/main" id="{3F628E4E-7D92-2696-C967-238AE8D1929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19" name="Picture 18"/>
          <p:cNvPicPr>
            <a:picLocks noChangeAspect="1"/>
          </p:cNvPicPr>
          <p:nvPr userDrawn="1"/>
        </p:nvPicPr>
        <p:blipFill>
          <a:blip r:embed="rId4"/>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ACD306E5-CFB4-AF8E-362E-7264A2EE8FC3}"/>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17E40D7E-4410-6230-80DF-9F48DDD5A2A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F571A584-94A8-DB0F-72C3-58733380A87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9E163D15-A7C4-C136-3C34-D85D43DF91D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CCA5ACA2-579F-CD83-86DA-E253A52172C6}"/>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9C5BCA61-C1DF-F935-9A58-6E188F2CB05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368E80D1-1F87-F099-C499-A6D08F0D1B7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87DD4F89-FFA6-2586-6CFF-BAD9CA9BBED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34ADDEC2-86AA-36BA-1460-FC4BE106E1D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900BAA20-270C-6BB8-126D-274EA4BC32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3" name="Footer Placeholder 4">
            <a:extLst>
              <a:ext uri="{FF2B5EF4-FFF2-40B4-BE49-F238E27FC236}">
                <a16:creationId xmlns:a16="http://schemas.microsoft.com/office/drawing/2014/main" id="{5E3DB167-B4F8-7DE2-3FE9-16BA7DFC448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9575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Whi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77A98-B16D-37D0-150B-AA6EC7793AF8}"/>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0AAABEF-0466-E8D9-7159-4498725EB23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AB5B4BC4-A4A2-B7AE-36B8-5F8601CBD24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D43324B4-3F68-C3A0-CCD5-76223DA44378}"/>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CCAF8661-5038-9FE1-BBA8-946867DADAB0}"/>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C383C5A-EDBD-9F53-185B-2E7B394F345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4FA2C68B-0393-7A63-49AA-3FFE7FE14C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E0CA16E1-AF2D-D0AA-1F01-070BA884ACD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BCC7B34-3035-0952-6B45-935B76D988E3}"/>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2A7B063C-9DEE-224B-8FD3-B578122F70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004C0A-B376-851D-1C1F-61573C0B972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6" name="Footer Placeholder 4">
            <a:extLst>
              <a:ext uri="{FF2B5EF4-FFF2-40B4-BE49-F238E27FC236}">
                <a16:creationId xmlns:a16="http://schemas.microsoft.com/office/drawing/2014/main" id="{AD28DB7B-FFF4-7151-C18D-3C7D5D9D8F6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1263690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Blue 1">
    <p:bg>
      <p:bgPr>
        <a:solidFill>
          <a:srgbClr val="1F5CA9"/>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F29CC0-A8E3-7B26-83F7-23FD30C83BAD}"/>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3" name="Rectangle 12">
            <a:extLst>
              <a:ext uri="{FF2B5EF4-FFF2-40B4-BE49-F238E27FC236}">
                <a16:creationId xmlns:a16="http://schemas.microsoft.com/office/drawing/2014/main" id="{ECA7CBBB-5BEC-4156-BB0B-762A1656305F}"/>
              </a:ext>
            </a:extLst>
          </p:cNvPr>
          <p:cNvSpPr/>
          <p:nvPr userDrawn="1"/>
        </p:nvSpPr>
        <p:spPr>
          <a:xfrm>
            <a:off x="135235" y="6474525"/>
            <a:ext cx="544432"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14" name="Group 13">
            <a:extLst>
              <a:ext uri="{FF2B5EF4-FFF2-40B4-BE49-F238E27FC236}">
                <a16:creationId xmlns:a16="http://schemas.microsoft.com/office/drawing/2014/main" id="{44E0175B-DA75-48B5-9D9D-69732B703EF5}"/>
              </a:ext>
            </a:extLst>
          </p:cNvPr>
          <p:cNvGrpSpPr/>
          <p:nvPr userDrawn="1"/>
        </p:nvGrpSpPr>
        <p:grpSpPr>
          <a:xfrm>
            <a:off x="205437" y="6454898"/>
            <a:ext cx="544432" cy="365125"/>
            <a:chOff x="119712" y="6454898"/>
            <a:chExt cx="544432" cy="365125"/>
          </a:xfrm>
        </p:grpSpPr>
        <p:sp>
          <p:nvSpPr>
            <p:cNvPr id="20" name="Rectangle 19">
              <a:extLst>
                <a:ext uri="{FF2B5EF4-FFF2-40B4-BE49-F238E27FC236}">
                  <a16:creationId xmlns:a16="http://schemas.microsoft.com/office/drawing/2014/main" id="{3FADB430-7D50-4978-89C8-6C6EBBB3035E}"/>
                </a:ext>
              </a:extLst>
            </p:cNvPr>
            <p:cNvSpPr/>
            <p:nvPr userDrawn="1"/>
          </p:nvSpPr>
          <p:spPr>
            <a:xfrm>
              <a:off x="119712" y="6488235"/>
              <a:ext cx="544432" cy="29845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1" name="Slide Number Placeholder 5">
              <a:extLst>
                <a:ext uri="{FF2B5EF4-FFF2-40B4-BE49-F238E27FC236}">
                  <a16:creationId xmlns:a16="http://schemas.microsoft.com/office/drawing/2014/main" id="{7688F936-0D30-441F-BBA9-66AE32197B6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grpSp>
      <p:sp>
        <p:nvSpPr>
          <p:cNvPr id="22" name="Date Placeholder 3">
            <a:extLst>
              <a:ext uri="{FF2B5EF4-FFF2-40B4-BE49-F238E27FC236}">
                <a16:creationId xmlns:a16="http://schemas.microsoft.com/office/drawing/2014/main" id="{4F36C960-0DDB-40F7-96C6-0E5E092E47ED}"/>
              </a:ext>
            </a:extLst>
          </p:cNvPr>
          <p:cNvSpPr>
            <a:spLocks noGrp="1"/>
          </p:cNvSpPr>
          <p:nvPr>
            <p:ph type="dt" sz="half" idx="10"/>
          </p:nvPr>
        </p:nvSpPr>
        <p:spPr>
          <a:xfrm>
            <a:off x="914400" y="6548263"/>
            <a:ext cx="2743200"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8/14/2025</a:t>
            </a:fld>
            <a:endParaRPr lang="en-US"/>
          </a:p>
        </p:txBody>
      </p:sp>
      <p:sp>
        <p:nvSpPr>
          <p:cNvPr id="24" name="Footer Placeholder 4">
            <a:extLst>
              <a:ext uri="{FF2B5EF4-FFF2-40B4-BE49-F238E27FC236}">
                <a16:creationId xmlns:a16="http://schemas.microsoft.com/office/drawing/2014/main" id="{EB56B231-F846-4811-B632-4AB4BAA986FB}"/>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
        <p:nvSpPr>
          <p:cNvPr id="31" name="TextBox 30">
            <a:extLst>
              <a:ext uri="{FF2B5EF4-FFF2-40B4-BE49-F238E27FC236}">
                <a16:creationId xmlns:a16="http://schemas.microsoft.com/office/drawing/2014/main" id="{44250632-77FB-405A-BBE8-9981579CE7EF}"/>
              </a:ext>
            </a:extLst>
          </p:cNvPr>
          <p:cNvSpPr txBox="1"/>
          <p:nvPr/>
        </p:nvSpPr>
        <p:spPr>
          <a:xfrm>
            <a:off x="8176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sp>
        <p:nvSpPr>
          <p:cNvPr id="32" name="TextBox 31">
            <a:extLst>
              <a:ext uri="{FF2B5EF4-FFF2-40B4-BE49-F238E27FC236}">
                <a16:creationId xmlns:a16="http://schemas.microsoft.com/office/drawing/2014/main" id="{12F06559-0D08-475B-BB2B-C2AD79E1EA9A}"/>
              </a:ext>
            </a:extLst>
          </p:cNvPr>
          <p:cNvSpPr txBox="1"/>
          <p:nvPr userDrawn="1"/>
        </p:nvSpPr>
        <p:spPr>
          <a:xfrm>
            <a:off x="10536385"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pic>
        <p:nvPicPr>
          <p:cNvPr id="33" name="Picture 32">
            <a:extLst>
              <a:ext uri="{FF2B5EF4-FFF2-40B4-BE49-F238E27FC236}">
                <a16:creationId xmlns:a16="http://schemas.microsoft.com/office/drawing/2014/main" id="{7A2DBFB6-FB51-4349-AD79-DB5E3B289A6C}"/>
              </a:ext>
            </a:extLst>
          </p:cNvPr>
          <p:cNvPicPr>
            <a:picLocks noChangeAspect="1"/>
          </p:cNvPicPr>
          <p:nvPr userDrawn="1"/>
        </p:nvPicPr>
        <p:blipFill>
          <a:blip r:embed="rId3"/>
          <a:stretch>
            <a:fillRect/>
          </a:stretch>
        </p:blipFill>
        <p:spPr>
          <a:xfrm>
            <a:off x="2602785" y="6488354"/>
            <a:ext cx="9336024" cy="118217"/>
          </a:xfrm>
          <a:prstGeom prst="rect">
            <a:avLst/>
          </a:prstGeom>
        </p:spPr>
      </p:pic>
      <p:sp>
        <p:nvSpPr>
          <p:cNvPr id="15" name="TextBox 14">
            <a:extLst>
              <a:ext uri="{FF2B5EF4-FFF2-40B4-BE49-F238E27FC236}">
                <a16:creationId xmlns:a16="http://schemas.microsoft.com/office/drawing/2014/main" id="{E3741078-A544-42D3-8CE7-5F2F115BABE0}"/>
              </a:ext>
            </a:extLst>
          </p:cNvPr>
          <p:cNvSpPr txBox="1"/>
          <p:nvPr userDrawn="1"/>
        </p:nvSpPr>
        <p:spPr>
          <a:xfrm>
            <a:off x="8176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grpSp>
        <p:nvGrpSpPr>
          <p:cNvPr id="2" name="Group 1">
            <a:extLst>
              <a:ext uri="{FF2B5EF4-FFF2-40B4-BE49-F238E27FC236}">
                <a16:creationId xmlns:a16="http://schemas.microsoft.com/office/drawing/2014/main" id="{99C7F682-0100-EB65-9EF7-68F4E1527F64}"/>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7B12206D-0D33-F7BF-D5C3-71176B0C507A}"/>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958F7DE-9367-1A7B-0471-C642F47C03A3}"/>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F2EDA6-9276-E821-1BDA-7B118853E64D}"/>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4608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Blue 2">
    <p:bg>
      <p:bgPr>
        <a:solidFill>
          <a:srgbClr val="00B0F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A39DEC0-0415-D667-18C3-EEA5AEBABEAC}"/>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grpSp>
        <p:nvGrpSpPr>
          <p:cNvPr id="6" name="Group 5">
            <a:extLst>
              <a:ext uri="{FF2B5EF4-FFF2-40B4-BE49-F238E27FC236}">
                <a16:creationId xmlns:a16="http://schemas.microsoft.com/office/drawing/2014/main" id="{E74BF315-D1FC-6421-060B-3FFD387F1B1D}"/>
              </a:ext>
            </a:extLst>
          </p:cNvPr>
          <p:cNvGrpSpPr/>
          <p:nvPr userDrawn="1"/>
        </p:nvGrpSpPr>
        <p:grpSpPr>
          <a:xfrm rot="5400000" flipH="1">
            <a:off x="11994349" y="89858"/>
            <a:ext cx="108319" cy="107166"/>
            <a:chOff x="9886950" y="442913"/>
            <a:chExt cx="216694" cy="214386"/>
          </a:xfrm>
        </p:grpSpPr>
        <p:sp>
          <p:nvSpPr>
            <p:cNvPr id="7" name="Rectangle: Rounded Corners 6">
              <a:extLst>
                <a:ext uri="{FF2B5EF4-FFF2-40B4-BE49-F238E27FC236}">
                  <a16:creationId xmlns:a16="http://schemas.microsoft.com/office/drawing/2014/main" id="{D2D3478F-4D6B-F3FC-93EE-781955B168ED}"/>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0E6027-7A58-80A0-C4DE-BD292242A19B}"/>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C39217D-11B2-EC58-7DB9-670BADCEC0E6}"/>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669E2A5B-C398-3A54-39BB-1A10AD77A4C3}"/>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3" name="Slide Number Placeholder 5">
            <a:extLst>
              <a:ext uri="{FF2B5EF4-FFF2-40B4-BE49-F238E27FC236}">
                <a16:creationId xmlns:a16="http://schemas.microsoft.com/office/drawing/2014/main" id="{540C400F-3AEE-5C28-4A10-78CBA14078B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3FA79BBA-69C1-570D-F28E-9BB9C6ACBEC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ACC30C32-8749-8F9D-AFB9-200DC55D9965}"/>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1" name="Slide Number Placeholder 5">
            <a:extLst>
              <a:ext uri="{FF2B5EF4-FFF2-40B4-BE49-F238E27FC236}">
                <a16:creationId xmlns:a16="http://schemas.microsoft.com/office/drawing/2014/main" id="{636664E3-F587-5BFA-8277-C0DDF1B0FB4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2" name="Group 11">
            <a:extLst>
              <a:ext uri="{FF2B5EF4-FFF2-40B4-BE49-F238E27FC236}">
                <a16:creationId xmlns:a16="http://schemas.microsoft.com/office/drawing/2014/main" id="{7AF36890-856E-2F7B-8E55-A33B790D7C18}"/>
              </a:ext>
            </a:extLst>
          </p:cNvPr>
          <p:cNvGrpSpPr/>
          <p:nvPr userDrawn="1"/>
        </p:nvGrpSpPr>
        <p:grpSpPr>
          <a:xfrm>
            <a:off x="817685" y="6410864"/>
            <a:ext cx="2760487" cy="403790"/>
            <a:chOff x="741485" y="6410864"/>
            <a:chExt cx="2760487" cy="403790"/>
          </a:xfrm>
        </p:grpSpPr>
        <p:sp>
          <p:nvSpPr>
            <p:cNvPr id="13" name="TextBox 12">
              <a:extLst>
                <a:ext uri="{FF2B5EF4-FFF2-40B4-BE49-F238E27FC236}">
                  <a16:creationId xmlns:a16="http://schemas.microsoft.com/office/drawing/2014/main" id="{63B2CBB7-80CC-0503-06CA-B293272E754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6E49DC9B-DB28-1334-ACD6-A7837974CC5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2896B089-ECA6-A22E-B1B3-DEA30DA3A29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8" name="Date Placeholder 3">
            <a:extLst>
              <a:ext uri="{FF2B5EF4-FFF2-40B4-BE49-F238E27FC236}">
                <a16:creationId xmlns:a16="http://schemas.microsoft.com/office/drawing/2014/main" id="{3CA8C4BA-A884-9E59-FFE3-0B919D005D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8/14/2025</a:t>
            </a:fld>
            <a:endParaRPr lang="en-US"/>
          </a:p>
        </p:txBody>
      </p:sp>
      <p:sp>
        <p:nvSpPr>
          <p:cNvPr id="21" name="Footer Placeholder 4">
            <a:extLst>
              <a:ext uri="{FF2B5EF4-FFF2-40B4-BE49-F238E27FC236}">
                <a16:creationId xmlns:a16="http://schemas.microsoft.com/office/drawing/2014/main" id="{79B8DE1D-7394-99A3-7495-C14CDDA1EC25}"/>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3571172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cbook 1">
    <p:spTree>
      <p:nvGrpSpPr>
        <p:cNvPr id="1" name=""/>
        <p:cNvGrpSpPr/>
        <p:nvPr/>
      </p:nvGrpSpPr>
      <p:grpSpPr>
        <a:xfrm>
          <a:off x="0" y="0"/>
          <a:ext cx="0" cy="0"/>
          <a:chOff x="0" y="0"/>
          <a:chExt cx="0" cy="0"/>
        </a:xfrm>
      </p:grpSpPr>
      <p:grpSp>
        <p:nvGrpSpPr>
          <p:cNvPr id="10" name="9Slide.vn 1">
            <a:extLst>
              <a:ext uri="{FF2B5EF4-FFF2-40B4-BE49-F238E27FC236}">
                <a16:creationId xmlns:a16="http://schemas.microsoft.com/office/drawing/2014/main" id="{2946107B-86B5-4108-B9D9-FBE88B6AF6A9}"/>
              </a:ext>
            </a:extLst>
          </p:cNvPr>
          <p:cNvGrpSpPr/>
          <p:nvPr userDrawn="1"/>
        </p:nvGrpSpPr>
        <p:grpSpPr>
          <a:xfrm>
            <a:off x="2262706"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3219450"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pic>
        <p:nvPicPr>
          <p:cNvPr id="29" name="Picture 2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66F8249F-933F-27B4-037F-1BE57AC729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B72D8527-F93B-EB58-7740-2C078C40D098}"/>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02B52FF-C488-9746-1718-20EBF7C6F69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5C91F8AA-07ED-7376-C0C8-2331E007AE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A998A477-5FFB-8A7A-8F05-0A80F04AEFB7}"/>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1725ED5-67ED-5B9A-3DCA-1DE0F4C58341}"/>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4E9266B7-33A3-424D-B662-BE0A9937A840}"/>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A686A9F9-4156-B900-5857-6016C3E85FAB}"/>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9D0D5907-9052-863A-8BCC-EF17800E64D9}"/>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BF2144C9-292D-3866-E801-4F565FEE1A80}"/>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4" name="Footer Placeholder 4">
            <a:extLst>
              <a:ext uri="{FF2B5EF4-FFF2-40B4-BE49-F238E27FC236}">
                <a16:creationId xmlns:a16="http://schemas.microsoft.com/office/drawing/2014/main" id="{9BEA6383-5223-C237-6EF3-C8B51BE5EDA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621534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cbook 2">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DADA73C-32DA-6364-6627-ED34BFEF2D0C}"/>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2642247" y="1727802"/>
            <a:ext cx="3453753" cy="3402396"/>
          </a:xfrm>
          <a:prstGeom prst="rect">
            <a:avLst/>
          </a:prstGeom>
        </p:spPr>
      </p:pic>
      <p:grpSp>
        <p:nvGrpSpPr>
          <p:cNvPr id="10" name="9Slide.vn 1">
            <a:extLst>
              <a:ext uri="{FF2B5EF4-FFF2-40B4-BE49-F238E27FC236}">
                <a16:creationId xmlns:a16="http://schemas.microsoft.com/office/drawing/2014/main" id="{2946107B-86B5-4108-B9D9-FBE88B6AF6A9}"/>
              </a:ext>
            </a:extLst>
          </p:cNvPr>
          <p:cNvGrpSpPr/>
          <p:nvPr userDrawn="1"/>
        </p:nvGrpSpPr>
        <p:grpSpPr>
          <a:xfrm>
            <a:off x="5868547"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6825291"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sp>
        <p:nvSpPr>
          <p:cNvPr id="24" name="Title 1"/>
          <p:cNvSpPr>
            <a:spLocks noGrp="1"/>
          </p:cNvSpPr>
          <p:nvPr>
            <p:ph type="ctrTitle" hasCustomPrompt="1"/>
          </p:nvPr>
        </p:nvSpPr>
        <p:spPr>
          <a:xfrm>
            <a:off x="514349" y="1400175"/>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3160711"/>
            <a:ext cx="5153026" cy="1839914"/>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31" name="Picture 3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005A496-97A9-F2E6-5A93-82ED2999180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3C5E9CB3-D945-22DB-F3B1-01E643966ACF}"/>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F4D6A3BA-05EA-D4A6-D520-6A0BBE9ACFC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C181D0D4-C58F-2943-9F96-7367FEA221D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05313E83-E883-5D3C-7410-B094E1918C1E}"/>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D148F3C-F670-4585-6238-F7F73412182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9D5B6593-3DAF-E642-22A3-B33B2E999E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D612E298-D721-FB54-E8B1-308FB365446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2FDE4871-7678-DA84-8689-2F27B59205B8}"/>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13E948E-49EF-8C4E-0898-E98F72B6A12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4" name="Footer Placeholder 4">
            <a:extLst>
              <a:ext uri="{FF2B5EF4-FFF2-40B4-BE49-F238E27FC236}">
                <a16:creationId xmlns:a16="http://schemas.microsoft.com/office/drawing/2014/main" id="{35A65652-1FC1-56DE-41BF-70B7E3176F6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35169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ne 1">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17" name="Picture 16">
            <a:extLst>
              <a:ext uri="{FF2B5EF4-FFF2-40B4-BE49-F238E27FC236}">
                <a16:creationId xmlns:a16="http://schemas.microsoft.com/office/drawing/2014/main" id="{FB96C117-0DD7-57D2-DF3E-3C0A174E03F4}"/>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0" name="Picture 2" descr="Samsung Mobile Mockup Template Download on Pngtree | Mobile mockup, Samsung  mobile, Samsu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46875" y="657226"/>
            <a:ext cx="4972049" cy="4972050"/>
          </a:xfrm>
          <a:prstGeom prst="rect">
            <a:avLst/>
          </a:prstGeom>
          <a:noFill/>
          <a:extLst>
            <a:ext uri="{909E8E84-426E-40DD-AFC4-6F175D3DCCD1}">
              <a14:hiddenFill xmlns:a14="http://schemas.microsoft.com/office/drawing/2010/main">
                <a:solidFill>
                  <a:srgbClr val="FFFFFF"/>
                </a:solidFill>
              </a14:hiddenFill>
            </a:ext>
          </a:extLst>
        </p:spPr>
      </p:pic>
      <p:sp>
        <p:nvSpPr>
          <p:cNvPr id="21" name="Picture Placeholder 5"/>
          <p:cNvSpPr>
            <a:spLocks noGrp="1"/>
          </p:cNvSpPr>
          <p:nvPr>
            <p:ph type="pic" sz="quarter" idx="12" hasCustomPrompt="1"/>
          </p:nvPr>
        </p:nvSpPr>
        <p:spPr>
          <a:xfrm>
            <a:off x="8305800" y="1057275"/>
            <a:ext cx="2095500" cy="4038600"/>
          </a:xfrm>
          <a:prstGeom prst="roundRect">
            <a:avLst>
              <a:gd name="adj" fmla="val 4741"/>
            </a:avLst>
          </a:prstGeom>
          <a:solidFill>
            <a:schemeClr val="bg1">
              <a:lumMod val="95000"/>
            </a:schemeClr>
          </a:solidFill>
        </p:spPr>
        <p:txBody>
          <a:bodyPr anchor="ctr" anchorCtr="0"/>
          <a:lstStyle>
            <a:lvl1pPr marL="0" indent="0" algn="ctr">
              <a:buNone/>
              <a:defRPr/>
            </a:lvl1pPr>
          </a:lstStyle>
          <a:p>
            <a:r>
              <a:rPr lang="en-US"/>
              <a:t>Thêm ảnh</a:t>
            </a:r>
          </a:p>
        </p:txBody>
      </p:sp>
      <p:pic>
        <p:nvPicPr>
          <p:cNvPr id="18" name="Picture 17"/>
          <p:cNvPicPr>
            <a:picLocks noChangeAspect="1"/>
          </p:cNvPicPr>
          <p:nvPr userDrawn="1"/>
        </p:nvPicPr>
        <p:blipFill>
          <a:blip r:embed="rId4"/>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9F5E8B0A-35A9-1D4F-DB19-BE07791E78F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8DE1F6B-3A1F-F4AA-B616-B69C903A909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DA17A55-6967-1E8F-7303-5303CBD602A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4F218F-2B5C-5125-3565-DD9470D6775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5F21373-8291-8606-349F-C9D37F7F42EA}"/>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890A1A8-07D6-CC23-110F-A4349C95D83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C4B2C4FA-6364-1259-35B8-B7538FBAB89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C298D622-19A9-9C4F-D8B3-A0B8BACFDA9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1D19E43-BFD6-BAEA-5172-CB6E311691D2}"/>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086DB862-383E-AC4E-53C8-05578489E46A}"/>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2" name="Footer Placeholder 4">
            <a:extLst>
              <a:ext uri="{FF2B5EF4-FFF2-40B4-BE49-F238E27FC236}">
                <a16:creationId xmlns:a16="http://schemas.microsoft.com/office/drawing/2014/main" id="{861406AB-9157-BB66-317E-91FF66767BA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06749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ne 2">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E6F05EB3-1A18-FFAB-87F4-C3B6F94C3D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7943863" y="1011126"/>
            <a:ext cx="3171810" cy="51387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C5B58D15-E021-9409-2BF6-38B86625489C}"/>
              </a:ext>
            </a:extLst>
          </p:cNvPr>
          <p:cNvPicPr>
            <a:picLocks noChangeAspect="1"/>
          </p:cNvPicPr>
          <p:nvPr userDrawn="1"/>
        </p:nvPicPr>
        <p:blipFill>
          <a:blip r:embed="rId3">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27" name="Title 1">
            <a:extLst>
              <a:ext uri="{FF2B5EF4-FFF2-40B4-BE49-F238E27FC236}">
                <a16:creationId xmlns:a16="http://schemas.microsoft.com/office/drawing/2014/main" id="{E05A38DB-2EAE-47C8-9F84-174DA202456A}"/>
              </a:ext>
            </a:extLst>
          </p:cNvPr>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8" name="Subtitle 2">
            <a:extLst>
              <a:ext uri="{FF2B5EF4-FFF2-40B4-BE49-F238E27FC236}">
                <a16:creationId xmlns:a16="http://schemas.microsoft.com/office/drawing/2014/main" id="{472C8C42-C792-4628-B171-1C30DA52BBDE}"/>
              </a:ext>
            </a:extLst>
          </p:cNvPr>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Slide Number Placeholder 5">
            <a:extLst>
              <a:ext uri="{FF2B5EF4-FFF2-40B4-BE49-F238E27FC236}">
                <a16:creationId xmlns:a16="http://schemas.microsoft.com/office/drawing/2014/main" id="{CEFF8FA1-B5A4-2A75-DF61-6155775A60B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9028A97E-3A14-7BF0-D186-C53734F2598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9894450-A56F-CB14-56CE-6BAB4A469F50}"/>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6EDC2765-72E6-0900-A64B-07D9394DE1EE}"/>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5972BBAE-9F84-4D92-5FC5-6BAC2EBBA3A7}"/>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D8EF8C-2CE8-32A2-4893-8A1F462F59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C64073C-92F4-B219-BB9F-D220B1F1317A}"/>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CDC2B2F-DD31-C057-140F-8607950C122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1FD099AF-ADE0-F209-43E6-00047303FC95}"/>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9D6B138-607A-1698-333D-31B07D850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8/14/2025</a:t>
            </a:fld>
            <a:endParaRPr lang="en-US"/>
          </a:p>
        </p:txBody>
      </p:sp>
      <p:sp>
        <p:nvSpPr>
          <p:cNvPr id="12" name="Footer Placeholder 4">
            <a:extLst>
              <a:ext uri="{FF2B5EF4-FFF2-40B4-BE49-F238E27FC236}">
                <a16:creationId xmlns:a16="http://schemas.microsoft.com/office/drawing/2014/main" id="{0EC58AAA-3CCF-ABE2-A4E2-6851325D5CA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
        <p:nvSpPr>
          <p:cNvPr id="13" name="Picture Placeholder 1">
            <a:extLst>
              <a:ext uri="{FF2B5EF4-FFF2-40B4-BE49-F238E27FC236}">
                <a16:creationId xmlns:a16="http://schemas.microsoft.com/office/drawing/2014/main" id="{2E6D52DE-4D97-3181-9440-19E31A6CE81C}"/>
              </a:ext>
            </a:extLst>
          </p:cNvPr>
          <p:cNvSpPr>
            <a:spLocks noGrp="1"/>
          </p:cNvSpPr>
          <p:nvPr>
            <p:ph type="pic" sz="quarter" idx="15" hasCustomPrompt="1"/>
          </p:nvPr>
        </p:nvSpPr>
        <p:spPr>
          <a:xfrm>
            <a:off x="8461702" y="1108334"/>
            <a:ext cx="2131430" cy="4626572"/>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solidFill>
            <a:schemeClr val="bg1">
              <a:lumMod val="95000"/>
            </a:schemeClr>
          </a:solidFill>
        </p:spPr>
        <p:txBody>
          <a:bodyPr anchor="ctr" anchorCtr="0"/>
          <a:lstStyle>
            <a:lvl1pPr marL="0" indent="0" algn="ctr">
              <a:buNone/>
              <a:defRPr/>
            </a:lvl1pPr>
          </a:lstStyle>
          <a:p>
            <a:r>
              <a:rPr lang="en-US"/>
              <a:t>Thêm ảnh</a:t>
            </a:r>
          </a:p>
        </p:txBody>
      </p:sp>
      <p:sp>
        <p:nvSpPr>
          <p:cNvPr id="15" name="Picture Placeholder 1">
            <a:extLst>
              <a:ext uri="{FF2B5EF4-FFF2-40B4-BE49-F238E27FC236}">
                <a16:creationId xmlns:a16="http://schemas.microsoft.com/office/drawing/2014/main" id="{88786B7F-DEAA-9BB7-8BD3-B3780EB61BCA}"/>
              </a:ext>
            </a:extLst>
          </p:cNvPr>
          <p:cNvSpPr>
            <a:spLocks noGrp="1"/>
          </p:cNvSpPr>
          <p:nvPr>
            <p:ph type="pic" sz="quarter" idx="16" hasCustomPrompt="1"/>
          </p:nvPr>
        </p:nvSpPr>
        <p:spPr>
          <a:xfrm>
            <a:off x="9255760" y="1200818"/>
            <a:ext cx="534445" cy="155541"/>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blipFill>
            <a:blip r:embed="rId6"/>
            <a:stretch>
              <a:fillRect/>
            </a:stretch>
          </a:blipFill>
        </p:spPr>
        <p:txBody>
          <a:bodyPr anchor="ctr" anchorCtr="0"/>
          <a:lstStyle>
            <a:lvl1pPr marL="0" indent="0" algn="ctr">
              <a:buNone/>
              <a:defRPr/>
            </a:lvl1pPr>
          </a:lstStyle>
          <a:p>
            <a:r>
              <a:rPr lang="en-US"/>
              <a:t> </a:t>
            </a:r>
          </a:p>
        </p:txBody>
      </p:sp>
    </p:spTree>
    <p:extLst>
      <p:ext uri="{BB962C8B-B14F-4D97-AF65-F5344CB8AC3E}">
        <p14:creationId xmlns:p14="http://schemas.microsoft.com/office/powerpoint/2010/main" val="323630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Effect transition="in" filter="wipe(left)">
                                      <p:cBhvr>
                                        <p:cTn id="11"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build="p">
        <p:tmplLst>
          <p:tmpl lvl="1">
            <p:tnLst>
              <p:par>
                <p:cTn presetID="22" presetClass="entr" presetSubtype="8"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K2D" panose="00000500000000000000" pitchFamily="2" charset="-34"/>
              </a:defRPr>
            </a:lvl1pPr>
          </a:lstStyle>
          <a:p>
            <a:fld id="{00D1CE85-AA59-46D7-98F4-301D80B40614}" type="datetimeFigureOut">
              <a:rPr lang="en-US" smtClean="0"/>
              <a:pPr/>
              <a:t>8/14/2025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K2D" panose="00000500000000000000" pitchFamily="2" charset="-34"/>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K2D" panose="00000500000000000000" pitchFamily="2" charset="-34"/>
              </a:defRPr>
            </a:lvl1pPr>
          </a:lstStyle>
          <a:p>
            <a:fld id="{B9B05A01-6F48-4D1A-BEA9-613C8F70D2DA}" type="slidenum">
              <a:rPr lang="en-US" smtClean="0"/>
              <a:pPr/>
              <a:t>‹#›</a:t>
            </a:fld>
            <a:endParaRPr lang="en-US"/>
          </a:p>
        </p:txBody>
      </p:sp>
    </p:spTree>
    <p:extLst>
      <p:ext uri="{BB962C8B-B14F-4D97-AF65-F5344CB8AC3E}">
        <p14:creationId xmlns:p14="http://schemas.microsoft.com/office/powerpoint/2010/main" val="1103704578"/>
      </p:ext>
    </p:extLst>
  </p:cSld>
  <p:clrMap bg1="lt1" tx1="dk1" bg2="lt2" tx2="dk2" accent1="accent1" accent2="accent2" accent3="accent3" accent4="accent4" accent5="accent5" accent6="accent6" hlink="hlink" folHlink="folHlink"/>
  <p:sldLayoutIdLst>
    <p:sldLayoutId id="2147483650" r:id="rId1"/>
    <p:sldLayoutId id="2147483680" r:id="rId2"/>
    <p:sldLayoutId id="2147483679" r:id="rId3"/>
    <p:sldLayoutId id="2147483652" r:id="rId4"/>
    <p:sldLayoutId id="2147483653" r:id="rId5"/>
    <p:sldLayoutId id="2147483654" r:id="rId6"/>
    <p:sldLayoutId id="2147483677" r:id="rId7"/>
    <p:sldLayoutId id="2147483655" r:id="rId8"/>
    <p:sldLayoutId id="2147483656" r:id="rId9"/>
    <p:sldLayoutId id="2147483657" r:id="rId10"/>
    <p:sldLayoutId id="2147483678" r:id="rId11"/>
    <p:sldLayoutId id="2147483658" r:id="rId12"/>
    <p:sldLayoutId id="2147483659" r:id="rId13"/>
    <p:sldLayoutId id="2147483660" r:id="rId14"/>
    <p:sldLayoutId id="2147483661" r:id="rId15"/>
    <p:sldLayoutId id="2147483663" r:id="rId16"/>
    <p:sldLayoutId id="2147483666" r:id="rId17"/>
    <p:sldLayoutId id="2147483674" r:id="rId18"/>
    <p:sldLayoutId id="2147483673" r:id="rId19"/>
    <p:sldLayoutId id="2147483675" r:id="rId20"/>
    <p:sldLayoutId id="2147483676" r:id="rId21"/>
    <p:sldLayoutId id="2147483664" r:id="rId22"/>
    <p:sldLayoutId id="2147483665" r:id="rId23"/>
    <p:sldLayoutId id="2147483667" r:id="rId24"/>
    <p:sldLayoutId id="2147483668" r:id="rId25"/>
    <p:sldLayoutId id="2147483669" r:id="rId26"/>
    <p:sldLayoutId id="2147483670" r:id="rId27"/>
    <p:sldLayoutId id="2147483671" r:id="rId28"/>
    <p:sldLayoutId id="2147483672" r:id="rId29"/>
  </p:sldLayoutIdLst>
  <p:txStyles>
    <p:title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5E41-A1AF-488B-B0BD-65F8B7FDA7DF}"/>
              </a:ext>
            </a:extLst>
          </p:cNvPr>
          <p:cNvSpPr>
            <a:spLocks noGrp="1"/>
          </p:cNvSpPr>
          <p:nvPr>
            <p:ph type="ctrTitle"/>
          </p:nvPr>
        </p:nvSpPr>
        <p:spPr>
          <a:xfrm>
            <a:off x="600533" y="2151253"/>
            <a:ext cx="10990933" cy="421027"/>
          </a:xfrm>
        </p:spPr>
        <p:txBody>
          <a:bodyPr anchor="ctr">
            <a:noAutofit/>
          </a:bodyPr>
          <a:lstStyle/>
          <a:p>
            <a:r>
              <a:rPr lang="vi-VN" sz="2800" dirty="0">
                <a:latin typeface="Arial" panose="020B0604020202020204" pitchFamily="34" charset="0"/>
                <a:cs typeface="Arial" panose="020B0604020202020204" pitchFamily="34" charset="0"/>
              </a:rPr>
              <a:t>ĐẠI HỌC CẦN THƠ</a:t>
            </a:r>
            <a:br>
              <a:rPr lang="vi-VN" sz="2800" dirty="0">
                <a:latin typeface="Arial" panose="020B0604020202020204" pitchFamily="34" charset="0"/>
                <a:cs typeface="Arial" panose="020B0604020202020204" pitchFamily="34" charset="0"/>
              </a:rPr>
            </a:br>
            <a:r>
              <a:rPr lang="vi-VN" sz="2800" dirty="0">
                <a:latin typeface="Arial" panose="020B0604020202020204" pitchFamily="34" charset="0"/>
                <a:cs typeface="Arial" panose="020B0604020202020204" pitchFamily="34" charset="0"/>
              </a:rPr>
              <a:t>TRƯỜNG CÔNG NGHỆ THÔNG TIN &amp; TRUYỀN THÔNG</a:t>
            </a:r>
            <a:endParaRPr lang="en-US" sz="28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F49537F2-C3B5-487E-AF04-318467A156F4}"/>
              </a:ext>
            </a:extLst>
          </p:cNvPr>
          <p:cNvSpPr>
            <a:spLocks noGrp="1"/>
          </p:cNvSpPr>
          <p:nvPr>
            <p:ph type="subTitle" idx="1"/>
          </p:nvPr>
        </p:nvSpPr>
        <p:spPr>
          <a:xfrm>
            <a:off x="398971" y="2845887"/>
            <a:ext cx="11394056" cy="1763509"/>
          </a:xfrm>
        </p:spPr>
        <p:txBody>
          <a:bodyPr anchor="ctr">
            <a:normAutofit/>
          </a:bodyPr>
          <a:lstStyle/>
          <a:p>
            <a:r>
              <a:rPr lang="vi-VN" sz="3000" b="1" dirty="0">
                <a:latin typeface="Arial" panose="020B0604020202020204" pitchFamily="34" charset="0"/>
                <a:cs typeface="Arial" panose="020B0604020202020204" pitchFamily="34" charset="0"/>
              </a:rPr>
              <a:t>BÁO CÁO BÀI TẬP NHÓM</a:t>
            </a:r>
          </a:p>
          <a:p>
            <a:r>
              <a:rPr lang="vi-VN" sz="3000" b="1" dirty="0">
                <a:latin typeface="Arial" panose="020B0604020202020204" pitchFamily="34" charset="0"/>
                <a:cs typeface="Arial" panose="020B0604020202020204" pitchFamily="34" charset="0"/>
              </a:rPr>
              <a:t>CT428 - LẬP TRÌNH WEB</a:t>
            </a:r>
          </a:p>
          <a:p>
            <a:r>
              <a:rPr lang="vi-VN" sz="3000" b="1" dirty="0">
                <a:latin typeface="Arial" panose="020B0604020202020204" pitchFamily="34" charset="0"/>
                <a:cs typeface="Arial" panose="020B0604020202020204" pitchFamily="34" charset="0"/>
              </a:rPr>
              <a:t>HỆ THỐNG ĐẶT PHÒNG KHÁCH SẠN</a:t>
            </a:r>
            <a:endParaRPr lang="en-US" sz="3000" b="1"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727A67E-F5E5-4E62-AFA1-B5747C25AED8}"/>
              </a:ext>
            </a:extLst>
          </p:cNvPr>
          <p:cNvSpPr>
            <a:spLocks noGrp="1"/>
          </p:cNvSpPr>
          <p:nvPr>
            <p:ph type="body" sz="quarter" idx="12"/>
          </p:nvPr>
        </p:nvSpPr>
        <p:spPr>
          <a:xfrm>
            <a:off x="493144" y="4883003"/>
            <a:ext cx="11205713" cy="1104803"/>
          </a:xfrm>
        </p:spPr>
        <p:txBody>
          <a:bodyPr numCol="1"/>
          <a:lstStyle/>
          <a:p>
            <a:r>
              <a:rPr lang="vi-VN" sz="1800" dirty="0">
                <a:latin typeface="Arial" panose="020B0604020202020204" pitchFamily="34" charset="0"/>
                <a:cs typeface="Arial" panose="020B0604020202020204" pitchFamily="34" charset="0"/>
              </a:rPr>
              <a:t>Lê Thanh Phát B2304075</a:t>
            </a:r>
          </a:p>
          <a:p>
            <a:r>
              <a:rPr lang="vi-VN" sz="1800" dirty="0">
                <a:latin typeface="Arial" panose="020B0604020202020204" pitchFamily="34" charset="0"/>
                <a:cs typeface="Arial" panose="020B0604020202020204" pitchFamily="34" charset="0"/>
              </a:rPr>
              <a:t>Võ Tiểu Long B2304064</a:t>
            </a:r>
          </a:p>
          <a:p>
            <a:r>
              <a:rPr lang="vi-VN" sz="1800" dirty="0">
                <a:latin typeface="Arial" panose="020B0604020202020204" pitchFamily="34" charset="0"/>
                <a:cs typeface="Arial" panose="020B0604020202020204" pitchFamily="34" charset="0"/>
              </a:rPr>
              <a:t>Lê </a:t>
            </a:r>
            <a:r>
              <a:rPr lang="en-US" sz="1800" dirty="0" err="1">
                <a:latin typeface="Arial" panose="020B0604020202020204" pitchFamily="34" charset="0"/>
                <a:cs typeface="Arial" panose="020B0604020202020204" pitchFamily="34" charset="0"/>
              </a:rPr>
              <a:t>Thị</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Đầm</a:t>
            </a:r>
            <a:r>
              <a:rPr lang="en-US" sz="1800" dirty="0">
                <a:latin typeface="Arial" panose="020B0604020202020204" pitchFamily="34" charset="0"/>
                <a:cs typeface="Arial" panose="020B0604020202020204" pitchFamily="34" charset="0"/>
              </a:rPr>
              <a:t> B2203715</a:t>
            </a:r>
            <a:endParaRPr lang="vi-VN" sz="1800" dirty="0">
              <a:latin typeface="Arial" panose="020B0604020202020204" pitchFamily="34" charset="0"/>
              <a:cs typeface="Arial" panose="020B0604020202020204" pitchFamily="34" charset="0"/>
            </a:endParaRPr>
          </a:p>
        </p:txBody>
      </p:sp>
      <p:sp>
        <p:nvSpPr>
          <p:cNvPr id="5" name="Text Placeholder 3">
            <a:extLst>
              <a:ext uri="{FF2B5EF4-FFF2-40B4-BE49-F238E27FC236}">
                <a16:creationId xmlns:a16="http://schemas.microsoft.com/office/drawing/2014/main" id="{CD107840-2BD0-3BE8-ADE4-FDF245D8893D}"/>
              </a:ext>
            </a:extLst>
          </p:cNvPr>
          <p:cNvSpPr txBox="1">
            <a:spLocks/>
          </p:cNvSpPr>
          <p:nvPr/>
        </p:nvSpPr>
        <p:spPr>
          <a:xfrm>
            <a:off x="493144" y="6106776"/>
            <a:ext cx="11205713" cy="421027"/>
          </a:xfrm>
          <a:prstGeom prst="rect">
            <a:avLst/>
          </a:prstGeom>
        </p:spPr>
        <p:txBody>
          <a:bodyPr vert="horz" lIns="91440" tIns="45720" rIns="91440" bIns="45720" numCol="1"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0" i="0" kern="1200" baseline="0">
                <a:solidFill>
                  <a:schemeClr val="bg1"/>
                </a:solidFill>
                <a:latin typeface="Readex Pro" pitchFamily="2" charset="-78"/>
                <a:ea typeface="+mn-ea"/>
                <a:cs typeface="Readex Pro" pitchFamily="2" charset="-78"/>
              </a:defRPr>
            </a:lvl1pPr>
            <a:lvl2pPr marL="457200" indent="0" algn="l" defTabSz="914400" rtl="0" eaLnBrk="1" latinLnBrk="0" hangingPunct="1">
              <a:lnSpc>
                <a:spcPct val="90000"/>
              </a:lnSpc>
              <a:spcBef>
                <a:spcPts val="500"/>
              </a:spcBef>
              <a:buFont typeface="Arial" panose="020B0604020202020204" pitchFamily="34" charset="0"/>
              <a:buNone/>
              <a:defRPr sz="1400" b="0" i="0" kern="1200">
                <a:solidFill>
                  <a:schemeClr val="bg1"/>
                </a:solidFill>
                <a:latin typeface="Barlow" panose="00000500000000000000" pitchFamily="2" charset="0"/>
                <a:ea typeface="+mn-ea"/>
                <a:cs typeface="Readex Pro" pitchFamily="2" charset="-78"/>
              </a:defRPr>
            </a:lvl2pPr>
            <a:lvl3pPr marL="914400" indent="0" algn="l" defTabSz="914400" rtl="0" eaLnBrk="1" latinLnBrk="0" hangingPunct="1">
              <a:lnSpc>
                <a:spcPct val="90000"/>
              </a:lnSpc>
              <a:spcBef>
                <a:spcPts val="500"/>
              </a:spcBef>
              <a:buFont typeface="Arial" panose="020B0604020202020204" pitchFamily="34" charset="0"/>
              <a:buNone/>
              <a:defRPr sz="1200" b="0" i="0" kern="1200">
                <a:solidFill>
                  <a:schemeClr val="bg1"/>
                </a:solidFill>
                <a:latin typeface="Barlow" panose="00000500000000000000" pitchFamily="2" charset="0"/>
                <a:ea typeface="+mn-ea"/>
                <a:cs typeface="Readex Pro" pitchFamily="2" charset="-78"/>
              </a:defRPr>
            </a:lvl3pPr>
            <a:lvl4pPr marL="13716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4pPr>
            <a:lvl5pPr marL="18288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1800" i="1" dirty="0">
                <a:latin typeface="Arial" panose="020B0604020202020204" pitchFamily="34" charset="0"/>
                <a:cs typeface="Arial" panose="020B0604020202020204" pitchFamily="34" charset="0"/>
              </a:rPr>
              <a:t>Cần Thơ, ngày 15 tháng 08 năm 2025</a:t>
            </a:r>
          </a:p>
          <a:p>
            <a:endParaRPr lang="vi-VN" dirty="0"/>
          </a:p>
        </p:txBody>
      </p:sp>
    </p:spTree>
    <p:extLst>
      <p:ext uri="{BB962C8B-B14F-4D97-AF65-F5344CB8AC3E}">
        <p14:creationId xmlns:p14="http://schemas.microsoft.com/office/powerpoint/2010/main" val="1599165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4F187-2A61-7744-D8E3-2CFAEE0C4617}"/>
              </a:ext>
            </a:extLst>
          </p:cNvPr>
          <p:cNvSpPr>
            <a:spLocks noGrp="1"/>
          </p:cNvSpPr>
          <p:nvPr>
            <p:ph type="title"/>
          </p:nvPr>
        </p:nvSpPr>
        <p:spPr/>
        <p:txBody>
          <a:bodyPr/>
          <a:lstStyle/>
          <a:p>
            <a:r>
              <a:rPr lang="vi-VN" dirty="0">
                <a:latin typeface="Arial" panose="020B0604020202020204" pitchFamily="34" charset="0"/>
                <a:cs typeface="Arial" panose="020B0604020202020204" pitchFamily="34" charset="0"/>
              </a:rPr>
              <a:t>Phân công công việc</a:t>
            </a:r>
            <a:endParaRPr lang="en-US" dirty="0">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64028162-9495-8EED-EABB-3AE5F7B3B055}"/>
              </a:ext>
            </a:extLst>
          </p:cNvPr>
          <p:cNvGraphicFramePr>
            <a:graphicFrameLocks noGrp="1"/>
          </p:cNvGraphicFramePr>
          <p:nvPr>
            <p:extLst>
              <p:ext uri="{D42A27DB-BD31-4B8C-83A1-F6EECF244321}">
                <p14:modId xmlns:p14="http://schemas.microsoft.com/office/powerpoint/2010/main" val="2496479893"/>
              </p:ext>
            </p:extLst>
          </p:nvPr>
        </p:nvGraphicFramePr>
        <p:xfrm>
          <a:off x="190900" y="681037"/>
          <a:ext cx="11810199" cy="5752790"/>
        </p:xfrm>
        <a:graphic>
          <a:graphicData uri="http://schemas.openxmlformats.org/drawingml/2006/table">
            <a:tbl>
              <a:tblPr firstRow="1" bandRow="1">
                <a:tableStyleId>{5C22544A-7EE6-4342-B048-85BDC9FD1C3A}</a:tableStyleId>
              </a:tblPr>
              <a:tblGrid>
                <a:gridCol w="7815714">
                  <a:extLst>
                    <a:ext uri="{9D8B030D-6E8A-4147-A177-3AD203B41FA5}">
                      <a16:colId xmlns:a16="http://schemas.microsoft.com/office/drawing/2014/main" val="3839574825"/>
                    </a:ext>
                  </a:extLst>
                </a:gridCol>
                <a:gridCol w="1386038">
                  <a:extLst>
                    <a:ext uri="{9D8B030D-6E8A-4147-A177-3AD203B41FA5}">
                      <a16:colId xmlns:a16="http://schemas.microsoft.com/office/drawing/2014/main" val="2993073876"/>
                    </a:ext>
                  </a:extLst>
                </a:gridCol>
                <a:gridCol w="1328286">
                  <a:extLst>
                    <a:ext uri="{9D8B030D-6E8A-4147-A177-3AD203B41FA5}">
                      <a16:colId xmlns:a16="http://schemas.microsoft.com/office/drawing/2014/main" val="1854189669"/>
                    </a:ext>
                  </a:extLst>
                </a:gridCol>
                <a:gridCol w="1280161">
                  <a:extLst>
                    <a:ext uri="{9D8B030D-6E8A-4147-A177-3AD203B41FA5}">
                      <a16:colId xmlns:a16="http://schemas.microsoft.com/office/drawing/2014/main" val="4289556777"/>
                    </a:ext>
                  </a:extLst>
                </a:gridCol>
              </a:tblGrid>
              <a:tr h="369364">
                <a:tc>
                  <a:txBody>
                    <a:bodyPr/>
                    <a:lstStyle/>
                    <a:p>
                      <a:pPr algn="ctr"/>
                      <a:r>
                        <a:rPr lang="vi-VN" sz="1800" dirty="0">
                          <a:latin typeface="Readex  Pro"/>
                        </a:rPr>
                        <a:t>Công việc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Đầm</a:t>
                      </a:r>
                      <a:br>
                        <a:rPr lang="vi-VN" sz="1800" dirty="0">
                          <a:latin typeface="Readex  Pro"/>
                        </a:rPr>
                      </a:br>
                      <a:r>
                        <a:rPr lang="vi-VN" sz="1800" dirty="0">
                          <a:latin typeface="Readex  Pro"/>
                        </a:rPr>
                        <a:t>B2203715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Long</a:t>
                      </a:r>
                    </a:p>
                    <a:p>
                      <a:pPr algn="ctr"/>
                      <a:r>
                        <a:rPr lang="vi-VN" sz="1800" dirty="0">
                          <a:latin typeface="Readex  Pro"/>
                        </a:rPr>
                        <a:t>B2304064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Phát</a:t>
                      </a:r>
                    </a:p>
                    <a:p>
                      <a:pPr algn="ctr"/>
                      <a:r>
                        <a:rPr lang="vi-VN" sz="1800" dirty="0">
                          <a:latin typeface="Readex  Pro"/>
                        </a:rPr>
                        <a:t>B2304075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6228585"/>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Readex  Pro"/>
                          <a:ea typeface="+mn-ea"/>
                          <a:cs typeface="+mn-cs"/>
                        </a:rPr>
                        <a:t>[Backend] </a:t>
                      </a:r>
                      <a:r>
                        <a:rPr lang="vi-VN" sz="1800" b="0" i="0" kern="1200" dirty="0">
                          <a:solidFill>
                            <a:schemeClr val="dk1"/>
                          </a:solidFill>
                          <a:effectLst/>
                          <a:latin typeface="Readex  Pro"/>
                          <a:ea typeface="+mn-ea"/>
                          <a:cs typeface="+mn-cs"/>
                        </a:rPr>
                        <a:t>Kết nối cơ sở dữ liệu, tạo model, migrations, seeder</a:t>
                      </a:r>
                      <a:endParaRPr lang="vi-VN" sz="1800" dirty="0">
                        <a:latin typeface="Readex  Pro"/>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b="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0678877"/>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dirty="0">
                          <a:latin typeface="Readex  Pro"/>
                        </a:rPr>
                        <a:t>[Backend] Đăng ký, đăng nhập, đăng xuất, cập nhật người dùng, lấy thông tin người dùng hiện tại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1168943"/>
                  </a:ext>
                </a:extLst>
              </a:tr>
              <a:tr h="447263">
                <a:tc>
                  <a:txBody>
                    <a:bodyPr/>
                    <a:lstStyle/>
                    <a:p>
                      <a:pPr algn="l"/>
                      <a:r>
                        <a:rPr lang="vi-VN" sz="1800" dirty="0">
                          <a:latin typeface="Readex  Pro"/>
                        </a:rPr>
                        <a:t>[Backend] Code API role, facility, </a:t>
                      </a:r>
                      <a:r>
                        <a:rPr lang="en-GB" sz="1800" b="0" i="0" kern="1200" dirty="0">
                          <a:solidFill>
                            <a:schemeClr val="dk1"/>
                          </a:solidFill>
                          <a:effectLst/>
                          <a:latin typeface="Readex  Pro"/>
                          <a:ea typeface="+mn-ea"/>
                          <a:cs typeface="+mn-cs"/>
                        </a:rPr>
                        <a:t>room </a:t>
                      </a:r>
                      <a:r>
                        <a:rPr lang="vi-VN" sz="1800" b="0" i="0" kern="1200" dirty="0">
                          <a:solidFill>
                            <a:schemeClr val="dk1"/>
                          </a:solidFill>
                          <a:effectLst/>
                          <a:latin typeface="Readex  Pro"/>
                          <a:ea typeface="+mn-ea"/>
                          <a:cs typeface="+mn-cs"/>
                        </a:rPr>
                        <a:t>status, post, feedback, </a:t>
                      </a: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31116"/>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dirty="0">
                          <a:latin typeface="Readex  Pro"/>
                        </a:rPr>
                        <a:t>[Backend] Code API gender, post </a:t>
                      </a:r>
                      <a:r>
                        <a:rPr lang="vi-VN" sz="1800" b="0" i="0" kern="1200" dirty="0">
                          <a:solidFill>
                            <a:schemeClr val="dk1"/>
                          </a:solidFill>
                          <a:effectLst/>
                          <a:latin typeface="Readex  Pro"/>
                          <a:ea typeface="+mn-ea"/>
                          <a:cs typeface="+mn-cs"/>
                        </a:rPr>
                        <a:t>category, </a:t>
                      </a:r>
                      <a:r>
                        <a:rPr lang="en-GB" sz="1800" b="0" i="0" kern="1200" dirty="0">
                          <a:solidFill>
                            <a:schemeClr val="dk1"/>
                          </a:solidFill>
                          <a:effectLst/>
                          <a:latin typeface="Readex  Pro"/>
                          <a:ea typeface="+mn-ea"/>
                          <a:cs typeface="+mn-cs"/>
                        </a:rPr>
                        <a:t>post </a:t>
                      </a:r>
                      <a:r>
                        <a:rPr lang="vi-VN" sz="1800" b="0" i="0" kern="1200" dirty="0">
                          <a:solidFill>
                            <a:schemeClr val="dk1"/>
                          </a:solidFill>
                          <a:effectLst/>
                          <a:latin typeface="Readex  Pro"/>
                          <a:ea typeface="+mn-ea"/>
                          <a:cs typeface="+mn-cs"/>
                        </a:rPr>
                        <a:t>status, booking status</a:t>
                      </a: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141341"/>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Readex  Pro"/>
                          <a:ea typeface="+mn-ea"/>
                          <a:cs typeface="+mn-cs"/>
                        </a:rPr>
                        <a:t>[Backend] Code API room type, room </a:t>
                      </a:r>
                      <a:r>
                        <a:rPr lang="vi-VN" sz="1800" b="0" i="0" kern="1200" dirty="0">
                          <a:solidFill>
                            <a:schemeClr val="dk1"/>
                          </a:solidFill>
                          <a:effectLst/>
                          <a:latin typeface="Readex  Pro"/>
                          <a:ea typeface="+mn-ea"/>
                          <a:cs typeface="+mn-cs"/>
                        </a:rPr>
                        <a:t>image, room</a:t>
                      </a: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7320590"/>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Readex  Pro"/>
                          <a:ea typeface="+mn-ea"/>
                          <a:cs typeface="+mn-cs"/>
                        </a:rPr>
                        <a:t>[Frontend] Sign up/Sign in </a:t>
                      </a:r>
                      <a:r>
                        <a:rPr lang="vi-VN" sz="1800" b="0" i="0" kern="1200" dirty="0">
                          <a:solidFill>
                            <a:schemeClr val="dk1"/>
                          </a:solidFill>
                          <a:effectLst/>
                          <a:latin typeface="Readex  Pro"/>
                          <a:ea typeface="+mn-ea"/>
                          <a:cs typeface="+mn-cs"/>
                        </a:rPr>
                        <a:t>page, home page, detail room page</a:t>
                      </a: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2085919"/>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Readex  Pro"/>
                          <a:ea typeface="+mn-ea"/>
                          <a:cs typeface="+mn-cs"/>
                        </a:rPr>
                        <a:t>[Frontend] </a:t>
                      </a:r>
                      <a:r>
                        <a:rPr lang="vi-VN" sz="1800" b="0" i="0" kern="1200" dirty="0">
                          <a:solidFill>
                            <a:schemeClr val="dk1"/>
                          </a:solidFill>
                          <a:effectLst/>
                          <a:latin typeface="Readex  Pro"/>
                          <a:ea typeface="+mn-ea"/>
                          <a:cs typeface="+mn-cs"/>
                        </a:rPr>
                        <a:t>Profile page, booking history page</a:t>
                      </a: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3742021"/>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Readex  Pro"/>
                          <a:ea typeface="+mn-ea"/>
                          <a:cs typeface="+mn-cs"/>
                        </a:rPr>
                        <a:t>[Frontend] </a:t>
                      </a:r>
                      <a:r>
                        <a:rPr lang="vi-VN" sz="1800" b="0" i="0" kern="1200" dirty="0">
                          <a:solidFill>
                            <a:schemeClr val="dk1"/>
                          </a:solidFill>
                          <a:effectLst/>
                          <a:latin typeface="Readex  Pro"/>
                          <a:ea typeface="+mn-ea"/>
                          <a:cs typeface="+mn-cs"/>
                        </a:rPr>
                        <a:t>Post page, detail post page</a:t>
                      </a: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7848286"/>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dirty="0">
                          <a:latin typeface="Readex  Pro"/>
                        </a:rPr>
                        <a:t>[Frontend] Manage facility, manage feedback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918377"/>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dirty="0">
                          <a:latin typeface="Readex  Pro"/>
                        </a:rPr>
                        <a:t>[Frontend] Manage post category, post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782047"/>
                  </a:ext>
                </a:extLst>
              </a:tr>
              <a:tr h="447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dirty="0">
                          <a:latin typeface="Readex  Pro"/>
                        </a:rPr>
                        <a:t>[Frontend] Manage room type, room, booking, staff, customer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vi-VN" sz="1800" dirty="0">
                        <a:latin typeface="Readex  Pro"/>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800" dirty="0">
                          <a:latin typeface="Readex  Pro"/>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0420724"/>
                  </a:ext>
                </a:extLst>
              </a:tr>
            </a:tbl>
          </a:graphicData>
        </a:graphic>
      </p:graphicFrame>
    </p:spTree>
    <p:extLst>
      <p:ext uri="{BB962C8B-B14F-4D97-AF65-F5344CB8AC3E}">
        <p14:creationId xmlns:p14="http://schemas.microsoft.com/office/powerpoint/2010/main" val="1453009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C98C-59A6-490B-83BD-EE1E10A5BA9A}"/>
              </a:ext>
            </a:extLst>
          </p:cNvPr>
          <p:cNvSpPr>
            <a:spLocks noGrp="1"/>
          </p:cNvSpPr>
          <p:nvPr>
            <p:ph type="title"/>
          </p:nvPr>
        </p:nvSpPr>
        <p:spPr/>
        <p:txBody>
          <a:bodyPr/>
          <a:lstStyle/>
          <a:p>
            <a:r>
              <a:rPr lang="vi-VN" dirty="0">
                <a:latin typeface="Arial" panose="020B0604020202020204" pitchFamily="34" charset="0"/>
                <a:cs typeface="Arial" panose="020B0604020202020204" pitchFamily="34" charset="0"/>
              </a:rPr>
              <a:t>Nội dung</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48B3A4D-EB59-4245-BACF-15AE3A78BA4E}"/>
              </a:ext>
            </a:extLst>
          </p:cNvPr>
          <p:cNvSpPr>
            <a:spLocks noGrp="1"/>
          </p:cNvSpPr>
          <p:nvPr>
            <p:ph idx="1"/>
          </p:nvPr>
        </p:nvSpPr>
        <p:spPr>
          <a:xfrm>
            <a:off x="838200" y="1345593"/>
            <a:ext cx="10515600" cy="3462077"/>
          </a:xfrm>
        </p:spPr>
        <p:txBody>
          <a:bodyPr>
            <a:normAutofit/>
          </a:bodyPr>
          <a:lstStyle/>
          <a:p>
            <a:pPr marL="457200" indent="-457200">
              <a:buFont typeface="+mj-lt"/>
              <a:buAutoNum type="arabicPeriod"/>
            </a:pPr>
            <a:r>
              <a:rPr lang="vi-VN" dirty="0">
                <a:latin typeface="Arial" panose="020B0604020202020204" pitchFamily="34" charset="0"/>
                <a:cs typeface="Arial" panose="020B0604020202020204" pitchFamily="34" charset="0"/>
              </a:rPr>
              <a:t>Tổng quan</a:t>
            </a:r>
            <a:endParaRPr lang="en-US" dirty="0">
              <a:latin typeface="Arial" panose="020B0604020202020204" pitchFamily="34" charset="0"/>
              <a:cs typeface="Arial" panose="020B0604020202020204" pitchFamily="34" charset="0"/>
            </a:endParaRPr>
          </a:p>
          <a:p>
            <a:pPr marL="457200" indent="-457200">
              <a:buFont typeface="+mj-lt"/>
              <a:buAutoNum type="arabicPeriod"/>
            </a:pPr>
            <a:r>
              <a:rPr lang="vi-VN" dirty="0">
                <a:latin typeface="Arial" panose="020B0604020202020204" pitchFamily="34" charset="0"/>
                <a:cs typeface="Arial" panose="020B0604020202020204" pitchFamily="34" charset="0"/>
              </a:rPr>
              <a:t>Phân tích và thiết kế hệ thống</a:t>
            </a:r>
          </a:p>
          <a:p>
            <a:pPr marL="457200" indent="-457200">
              <a:buFont typeface="+mj-lt"/>
              <a:buAutoNum type="arabicPeriod"/>
            </a:pPr>
            <a:r>
              <a:rPr lang="vi-VN" dirty="0">
                <a:latin typeface="Arial" panose="020B0604020202020204" pitchFamily="34" charset="0"/>
                <a:cs typeface="Arial" panose="020B0604020202020204" pitchFamily="34" charset="0"/>
              </a:rPr>
              <a:t>Kiến trúc backend</a:t>
            </a:r>
          </a:p>
          <a:p>
            <a:pPr marL="457200" indent="-457200">
              <a:buFont typeface="+mj-lt"/>
              <a:buAutoNum type="arabicPeriod"/>
            </a:pPr>
            <a:r>
              <a:rPr lang="vi-VN" dirty="0">
                <a:latin typeface="Arial" panose="020B0604020202020204" pitchFamily="34" charset="0"/>
                <a:cs typeface="Arial" panose="020B0604020202020204" pitchFamily="34" charset="0"/>
              </a:rPr>
              <a:t>Tương tác cơ sở dữ liệu</a:t>
            </a:r>
          </a:p>
          <a:p>
            <a:pPr marL="457200" indent="-457200">
              <a:buFont typeface="+mj-lt"/>
              <a:buAutoNum type="arabicPeriod"/>
            </a:pPr>
            <a:r>
              <a:rPr lang="vi-VN" dirty="0">
                <a:latin typeface="Arial" panose="020B0604020202020204" pitchFamily="34" charset="0"/>
                <a:cs typeface="Arial" panose="020B0604020202020204" pitchFamily="34" charset="0"/>
              </a:rPr>
              <a:t>Khả năng mở rộng</a:t>
            </a:r>
          </a:p>
          <a:p>
            <a:pPr marL="457200" indent="-457200">
              <a:buFont typeface="+mj-lt"/>
              <a:buAutoNum type="arabicPeriod"/>
            </a:pPr>
            <a:r>
              <a:rPr lang="vi-VN" dirty="0" err="1">
                <a:latin typeface="Arial" panose="020B0604020202020204" pitchFamily="34" charset="0"/>
                <a:cs typeface="Arial" panose="020B0604020202020204" pitchFamily="34" charset="0"/>
              </a:rPr>
              <a:t>Demo</a:t>
            </a:r>
            <a:endParaRPr lang="vi-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6205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B32F5-E112-BAD6-D5DD-223130735715}"/>
              </a:ext>
            </a:extLst>
          </p:cNvPr>
          <p:cNvSpPr>
            <a:spLocks noGrp="1"/>
          </p:cNvSpPr>
          <p:nvPr>
            <p:ph type="title"/>
          </p:nvPr>
        </p:nvSpPr>
        <p:spPr/>
        <p:txBody>
          <a:bodyPr>
            <a:normAutofit/>
          </a:bodyPr>
          <a:lstStyle/>
          <a:p>
            <a:pPr marL="514350" indent="-514350">
              <a:buFont typeface="+mj-lt"/>
              <a:buAutoNum type="arabicPeriod"/>
            </a:pPr>
            <a:r>
              <a:rPr lang="vi-VN" dirty="0">
                <a:latin typeface="Arial" panose="020B0604020202020204" pitchFamily="34" charset="0"/>
                <a:cs typeface="Arial" panose="020B0604020202020204" pitchFamily="34" charset="0"/>
              </a:rPr>
              <a:t>Tổng quan</a:t>
            </a:r>
          </a:p>
        </p:txBody>
      </p:sp>
      <p:sp>
        <p:nvSpPr>
          <p:cNvPr id="3" name="Content Placeholder 2">
            <a:extLst>
              <a:ext uri="{FF2B5EF4-FFF2-40B4-BE49-F238E27FC236}">
                <a16:creationId xmlns:a16="http://schemas.microsoft.com/office/drawing/2014/main" id="{1DDC6113-D547-0EB6-0741-0BD4B16271B5}"/>
              </a:ext>
            </a:extLst>
          </p:cNvPr>
          <p:cNvSpPr>
            <a:spLocks noGrp="1"/>
          </p:cNvSpPr>
          <p:nvPr>
            <p:ph idx="1"/>
          </p:nvPr>
        </p:nvSpPr>
        <p:spPr>
          <a:xfrm>
            <a:off x="775318" y="886120"/>
            <a:ext cx="10423726" cy="4898232"/>
          </a:xfrm>
        </p:spPr>
        <p:txBody>
          <a:bodyPr/>
          <a:lstStyle/>
          <a:p>
            <a:r>
              <a:rPr lang="vi-VN" dirty="0">
                <a:latin typeface="Arial" panose="020B0604020202020204" pitchFamily="34" charset="0"/>
                <a:cs typeface="Arial" panose="020B0604020202020204" pitchFamily="34" charset="0"/>
              </a:rPr>
              <a:t>Hệ thống quản lý đặt phòng khách sạn hiện đại được xây dựng với kiến trúc fullstack, cung cấp giao diện quản lý toàn diện cho khách sạn và trải nghiệm đặt phòng mượt mà cho khách hàng.</a:t>
            </a:r>
          </a:p>
          <a:p>
            <a:r>
              <a:rPr lang="vi-VN" dirty="0">
                <a:latin typeface="Arial" panose="020B0604020202020204" pitchFamily="34" charset="0"/>
                <a:cs typeface="Arial" panose="020B0604020202020204" pitchFamily="34" charset="0"/>
              </a:rPr>
              <a:t>Mục tiêu:</a:t>
            </a:r>
          </a:p>
          <a:p>
            <a:pPr marL="800100" lvl="1" indent="-342900">
              <a:buFont typeface="Arial" panose="020B0604020202020204" pitchFamily="34" charset="0"/>
              <a:buChar char="•"/>
            </a:pPr>
            <a:r>
              <a:rPr lang="vi-VN" dirty="0">
                <a:latin typeface="Arial" panose="020B0604020202020204" pitchFamily="34" charset="0"/>
                <a:cs typeface="Arial" panose="020B0604020202020204" pitchFamily="34" charset="0"/>
              </a:rPr>
              <a:t>Tìm kiếm, </a:t>
            </a:r>
            <a:r>
              <a:rPr lang="en-US" dirty="0" err="1">
                <a:latin typeface="Arial" panose="020B0604020202020204" pitchFamily="34" charset="0"/>
                <a:cs typeface="Arial" panose="020B0604020202020204" pitchFamily="34" charset="0"/>
              </a:rPr>
              <a:t>đặt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phòng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trực</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tuyến.</a:t>
            </a:r>
            <a:endParaRPr lang="en-US"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vi-VN" dirty="0">
                <a:latin typeface="Arial" panose="020B0604020202020204" pitchFamily="34" charset="0"/>
                <a:cs typeface="Arial" panose="020B0604020202020204" pitchFamily="34" charset="0"/>
              </a:rPr>
              <a:t>Quản lý phòng, booking, khách hàng, nhân viên, bài viết.</a:t>
            </a:r>
          </a:p>
          <a:p>
            <a:pPr marL="800100" lvl="1" indent="-342900">
              <a:buFont typeface="Arial" panose="020B0604020202020204" pitchFamily="34" charset="0"/>
              <a:buChar char="•"/>
            </a:pPr>
            <a:r>
              <a:rPr lang="vi-VN" dirty="0">
                <a:latin typeface="Arial" panose="020B0604020202020204" pitchFamily="34" charset="0"/>
                <a:cs typeface="Arial" panose="020B0604020202020204" pitchFamily="34" charset="0"/>
              </a:rPr>
              <a:t>Đảm bảo tính bảo mật.</a:t>
            </a:r>
          </a:p>
          <a:p>
            <a:pPr marL="800100" lvl="1" indent="-342900">
              <a:buFont typeface="Arial" panose="020B0604020202020204" pitchFamily="34" charset="0"/>
              <a:buChar char="•"/>
            </a:pPr>
            <a:r>
              <a:rPr lang="vi-VN" dirty="0">
                <a:latin typeface="Arial" panose="020B0604020202020204" pitchFamily="34" charset="0"/>
                <a:cs typeface="Arial" panose="020B0604020202020204" pitchFamily="34" charset="0"/>
              </a:rPr>
              <a:t>Hiệu suất tối ưu.</a:t>
            </a:r>
          </a:p>
        </p:txBody>
      </p:sp>
    </p:spTree>
    <p:extLst>
      <p:ext uri="{BB962C8B-B14F-4D97-AF65-F5344CB8AC3E}">
        <p14:creationId xmlns:p14="http://schemas.microsoft.com/office/powerpoint/2010/main" val="2145239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9F076-E155-8BAC-9A99-7B2F77381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D3FFC-D4C4-604C-F4CB-C33A2624B4E3}"/>
              </a:ext>
            </a:extLst>
          </p:cNvPr>
          <p:cNvSpPr>
            <a:spLocks noGrp="1"/>
          </p:cNvSpPr>
          <p:nvPr>
            <p:ph type="title"/>
          </p:nvPr>
        </p:nvSpPr>
        <p:spPr/>
        <p:txBody>
          <a:bodyPr>
            <a:normAutofit/>
          </a:bodyPr>
          <a:lstStyle/>
          <a:p>
            <a:pPr marL="514350" indent="-514350">
              <a:buFont typeface="+mj-lt"/>
              <a:buAutoNum type="arabicPeriod"/>
            </a:pPr>
            <a:r>
              <a:rPr lang="vi-VN" dirty="0">
                <a:latin typeface="+mn-lt"/>
              </a:rPr>
              <a:t>Tổng quan</a:t>
            </a:r>
          </a:p>
        </p:txBody>
      </p:sp>
      <p:sp>
        <p:nvSpPr>
          <p:cNvPr id="3" name="Content Placeholder 2">
            <a:extLst>
              <a:ext uri="{FF2B5EF4-FFF2-40B4-BE49-F238E27FC236}">
                <a16:creationId xmlns:a16="http://schemas.microsoft.com/office/drawing/2014/main" id="{F6998142-5296-B974-E600-83D64A494089}"/>
              </a:ext>
            </a:extLst>
          </p:cNvPr>
          <p:cNvSpPr>
            <a:spLocks noGrp="1"/>
          </p:cNvSpPr>
          <p:nvPr>
            <p:ph idx="1"/>
          </p:nvPr>
        </p:nvSpPr>
        <p:spPr>
          <a:xfrm>
            <a:off x="775318" y="970953"/>
            <a:ext cx="10931408" cy="3361159"/>
          </a:xfrm>
        </p:spPr>
        <p:txBody>
          <a:bodyPr>
            <a:normAutofit/>
          </a:bodyPr>
          <a:lstStyle/>
          <a:p>
            <a:r>
              <a:rPr lang="vi-VN" dirty="0">
                <a:latin typeface="+mn-lt"/>
                <a:cs typeface="Arial" panose="020B0604020202020204" pitchFamily="34" charset="0"/>
              </a:rPr>
              <a:t>Công nghệ sử dụng:</a:t>
            </a:r>
          </a:p>
          <a:p>
            <a:pPr marL="342900" indent="-342900">
              <a:buFont typeface="Arial" panose="020B0604020202020204" pitchFamily="34" charset="0"/>
              <a:buChar char="•"/>
            </a:pPr>
            <a:r>
              <a:rPr lang="vi-VN" dirty="0">
                <a:latin typeface="+mn-lt"/>
                <a:cs typeface="Arial" panose="020B0604020202020204" pitchFamily="34" charset="0"/>
              </a:rPr>
              <a:t>Frontend: React.js, Redux, React Router DOM, React Icons, React toastify, Axios, Ckeditor 5, Boostrap 5, SASS/SCSS</a:t>
            </a:r>
          </a:p>
          <a:p>
            <a:pPr marL="342900" indent="-342900">
              <a:buFont typeface="Arial" panose="020B0604020202020204" pitchFamily="34" charset="0"/>
              <a:buChar char="•"/>
            </a:pPr>
            <a:r>
              <a:rPr lang="vi-VN" dirty="0">
                <a:latin typeface="+mn-lt"/>
                <a:cs typeface="Arial" panose="020B0604020202020204" pitchFamily="34" charset="0"/>
              </a:rPr>
              <a:t>Backend: Node.js, Express.js, Mysql2, Jsonwebtoken, Cookie-parser, Bcryptjs, Multer, Joi, Cors, Dotenv, U</a:t>
            </a:r>
            <a:r>
              <a:rPr lang="vi-VN" dirty="0">
                <a:latin typeface="+mn-lt"/>
              </a:rPr>
              <a:t>uid, </a:t>
            </a:r>
            <a:r>
              <a:rPr lang="vi-VN" dirty="0">
                <a:latin typeface="+mn-lt"/>
                <a:cs typeface="Arial" panose="020B0604020202020204" pitchFamily="34" charset="0"/>
              </a:rPr>
              <a:t>Supabase,</a:t>
            </a:r>
            <a:r>
              <a:rPr lang="vi-VN" dirty="0">
                <a:latin typeface="+mn-lt"/>
              </a:rPr>
              <a:t> B</a:t>
            </a:r>
            <a:r>
              <a:rPr lang="en-US" dirty="0">
                <a:latin typeface="+mn-lt"/>
              </a:rPr>
              <a:t>ase64-a</a:t>
            </a:r>
            <a:r>
              <a:rPr lang="vi-VN" dirty="0">
                <a:latin typeface="+mn-lt"/>
              </a:rPr>
              <a:t>rraybuffer</a:t>
            </a:r>
          </a:p>
          <a:p>
            <a:pPr marL="342900" indent="-342900">
              <a:buFont typeface="Arial" panose="020B0604020202020204" pitchFamily="34" charset="0"/>
              <a:buChar char="•"/>
            </a:pPr>
            <a:r>
              <a:rPr lang="vi-VN" dirty="0">
                <a:latin typeface="+mn-lt"/>
                <a:cs typeface="Arial" panose="020B0604020202020204" pitchFamily="34" charset="0"/>
              </a:rPr>
              <a:t>Cơ sở dữ liệu: Sequelize, MySQL</a:t>
            </a:r>
          </a:p>
        </p:txBody>
      </p:sp>
    </p:spTree>
    <p:extLst>
      <p:ext uri="{BB962C8B-B14F-4D97-AF65-F5344CB8AC3E}">
        <p14:creationId xmlns:p14="http://schemas.microsoft.com/office/powerpoint/2010/main" val="3974270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4542A-8060-951B-1F97-5C1A55EC7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1C99E-DE88-B54E-C1C7-6124444F8D3A}"/>
              </a:ext>
            </a:extLst>
          </p:cNvPr>
          <p:cNvSpPr>
            <a:spLocks noGrp="1"/>
          </p:cNvSpPr>
          <p:nvPr>
            <p:ph type="title"/>
          </p:nvPr>
        </p:nvSpPr>
        <p:spPr/>
        <p:txBody>
          <a:bodyPr>
            <a:normAutofit/>
          </a:bodyPr>
          <a:lstStyle/>
          <a:p>
            <a:pPr marL="514350" indent="-514350">
              <a:buFont typeface="+mj-lt"/>
              <a:buAutoNum type="arabicPeriod" startAt="2"/>
            </a:pPr>
            <a:r>
              <a:rPr lang="vi-VN" dirty="0">
                <a:latin typeface="+mn-lt"/>
              </a:rPr>
              <a:t>Phân tích và thiết kế hệ thống</a:t>
            </a:r>
            <a:endParaRPr lang="en-US" dirty="0">
              <a:latin typeface="+mn-lt"/>
            </a:endParaRPr>
          </a:p>
        </p:txBody>
      </p:sp>
      <p:sp>
        <p:nvSpPr>
          <p:cNvPr id="5" name="Content Placeholder 4">
            <a:extLst>
              <a:ext uri="{FF2B5EF4-FFF2-40B4-BE49-F238E27FC236}">
                <a16:creationId xmlns:a16="http://schemas.microsoft.com/office/drawing/2014/main" id="{09A4DF2A-0BE7-7E7E-0C8A-BF512C7193F4}"/>
              </a:ext>
            </a:extLst>
          </p:cNvPr>
          <p:cNvSpPr>
            <a:spLocks noGrp="1"/>
          </p:cNvSpPr>
          <p:nvPr>
            <p:ph idx="1"/>
          </p:nvPr>
        </p:nvSpPr>
        <p:spPr>
          <a:xfrm>
            <a:off x="775318" y="904430"/>
            <a:ext cx="4949072" cy="616389"/>
          </a:xfrm>
        </p:spPr>
        <p:txBody>
          <a:bodyPr>
            <a:noAutofit/>
          </a:bodyPr>
          <a:lstStyle/>
          <a:p>
            <a:pPr marL="457200" indent="-457200">
              <a:buFont typeface="+mj-lt"/>
              <a:buAutoNum type="alphaLcPeriod"/>
            </a:pPr>
            <a:r>
              <a:rPr lang="vi-VN" dirty="0">
                <a:latin typeface="Arial" panose="020B0604020202020204" pitchFamily="34" charset="0"/>
                <a:cs typeface="Arial" panose="020B0604020202020204" pitchFamily="34" charset="0"/>
              </a:rPr>
              <a:t>Các chức năng của hệ thống</a:t>
            </a:r>
            <a:endParaRPr lang="en-US" dirty="0">
              <a:latin typeface="Arial" panose="020B0604020202020204" pitchFamily="34" charset="0"/>
              <a:cs typeface="Arial" panose="020B0604020202020204" pitchFamily="34" charset="0"/>
            </a:endParaRPr>
          </a:p>
        </p:txBody>
      </p:sp>
      <p:sp>
        <p:nvSpPr>
          <p:cNvPr id="4" name="Content Placeholder 4">
            <a:extLst>
              <a:ext uri="{FF2B5EF4-FFF2-40B4-BE49-F238E27FC236}">
                <a16:creationId xmlns:a16="http://schemas.microsoft.com/office/drawing/2014/main" id="{EBDA5CA8-97BA-C9D2-72B9-CEC48E252B8C}"/>
              </a:ext>
            </a:extLst>
          </p:cNvPr>
          <p:cNvSpPr txBox="1">
            <a:spLocks/>
          </p:cNvSpPr>
          <p:nvPr/>
        </p:nvSpPr>
        <p:spPr>
          <a:xfrm>
            <a:off x="1214621" y="1520819"/>
            <a:ext cx="9324474" cy="3934945"/>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dirty="0">
                <a:latin typeface="Arial" panose="020B0604020202020204" pitchFamily="34" charset="0"/>
                <a:cs typeface="Arial" panose="020B0604020202020204" pitchFamily="34" charset="0"/>
              </a:rPr>
              <a:t>Khách hàng:</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Đăng nhập, đăng</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ký,</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Xem, cập nhật thông tin cá nhân, đổi mật khẩu.</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Tìm phòng, đặt phòng, hủy đặt phòng.</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Xem trạng thái các lượt đặt.</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Đọc các bài post</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Đăng review phòng</a:t>
            </a:r>
          </a:p>
        </p:txBody>
      </p:sp>
    </p:spTree>
    <p:extLst>
      <p:ext uri="{BB962C8B-B14F-4D97-AF65-F5344CB8AC3E}">
        <p14:creationId xmlns:p14="http://schemas.microsoft.com/office/powerpoint/2010/main" val="2880461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00AD0-5D70-38E5-5DC7-CC2A7AD0E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5E12C-DF8B-07D5-783D-16239EA2AF4D}"/>
              </a:ext>
            </a:extLst>
          </p:cNvPr>
          <p:cNvSpPr>
            <a:spLocks noGrp="1"/>
          </p:cNvSpPr>
          <p:nvPr>
            <p:ph type="title"/>
          </p:nvPr>
        </p:nvSpPr>
        <p:spPr/>
        <p:txBody>
          <a:bodyPr>
            <a:normAutofit/>
          </a:bodyPr>
          <a:lstStyle/>
          <a:p>
            <a:pPr marL="514350" indent="-514350">
              <a:buFont typeface="+mj-lt"/>
              <a:buAutoNum type="arabicPeriod" startAt="2"/>
            </a:pPr>
            <a:r>
              <a:rPr lang="vi-VN" dirty="0">
                <a:latin typeface="+mn-lt"/>
              </a:rPr>
              <a:t>Phân tích và thiết kế hệ thống</a:t>
            </a:r>
            <a:endParaRPr lang="en-US" dirty="0">
              <a:latin typeface="+mn-lt"/>
            </a:endParaRPr>
          </a:p>
        </p:txBody>
      </p:sp>
      <p:sp>
        <p:nvSpPr>
          <p:cNvPr id="5" name="Content Placeholder 4">
            <a:extLst>
              <a:ext uri="{FF2B5EF4-FFF2-40B4-BE49-F238E27FC236}">
                <a16:creationId xmlns:a16="http://schemas.microsoft.com/office/drawing/2014/main" id="{2958A387-C55E-D9A8-6F1B-5EDB6DA40810}"/>
              </a:ext>
            </a:extLst>
          </p:cNvPr>
          <p:cNvSpPr>
            <a:spLocks noGrp="1"/>
          </p:cNvSpPr>
          <p:nvPr>
            <p:ph idx="1"/>
          </p:nvPr>
        </p:nvSpPr>
        <p:spPr>
          <a:xfrm>
            <a:off x="775318" y="904430"/>
            <a:ext cx="4949072" cy="616389"/>
          </a:xfrm>
        </p:spPr>
        <p:txBody>
          <a:bodyPr>
            <a:noAutofit/>
          </a:bodyPr>
          <a:lstStyle/>
          <a:p>
            <a:pPr marL="457200" indent="-457200">
              <a:buFont typeface="+mj-lt"/>
              <a:buAutoNum type="alphaLcPeriod"/>
            </a:pPr>
            <a:r>
              <a:rPr lang="vi-VN" dirty="0">
                <a:latin typeface="Arial" panose="020B0604020202020204" pitchFamily="34" charset="0"/>
                <a:cs typeface="Arial" panose="020B0604020202020204" pitchFamily="34" charset="0"/>
              </a:rPr>
              <a:t>Các chức năng của hệ thống</a:t>
            </a:r>
            <a:endParaRPr lang="en-US"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E9F332DD-30CD-523E-9052-E015017A6DCF}"/>
              </a:ext>
            </a:extLst>
          </p:cNvPr>
          <p:cNvSpPr txBox="1">
            <a:spLocks/>
          </p:cNvSpPr>
          <p:nvPr/>
        </p:nvSpPr>
        <p:spPr>
          <a:xfrm>
            <a:off x="1206384" y="1520819"/>
            <a:ext cx="8671543" cy="3775681"/>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dirty="0">
                <a:latin typeface="Arial" panose="020B0604020202020204" pitchFamily="34" charset="0"/>
                <a:cs typeface="Arial" panose="020B0604020202020204" pitchFamily="34" charset="0"/>
              </a:rPr>
              <a:t>Nhân viên:</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Đăng nhập, đăng ký</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Xem, cập nhật thông tin cá nhân, đổi mật khẩu.</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Quản lý khách sạn (nhân viên, khách hàng, đặt phòng, loại phòng, phòng, tiện ích, feedback và các bài post).</a:t>
            </a:r>
          </a:p>
        </p:txBody>
      </p:sp>
    </p:spTree>
    <p:extLst>
      <p:ext uri="{BB962C8B-B14F-4D97-AF65-F5344CB8AC3E}">
        <p14:creationId xmlns:p14="http://schemas.microsoft.com/office/powerpoint/2010/main" val="404900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F864B-D03E-A9EC-EED1-D68FB348A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47E51-F053-C9B6-7F63-2FA949B2F710}"/>
              </a:ext>
            </a:extLst>
          </p:cNvPr>
          <p:cNvSpPr>
            <a:spLocks noGrp="1"/>
          </p:cNvSpPr>
          <p:nvPr>
            <p:ph type="title"/>
          </p:nvPr>
        </p:nvSpPr>
        <p:spPr/>
        <p:txBody>
          <a:bodyPr>
            <a:normAutofit/>
          </a:bodyPr>
          <a:lstStyle/>
          <a:p>
            <a:pPr marL="514350" indent="-514350">
              <a:buFont typeface="+mj-lt"/>
              <a:buAutoNum type="arabicPeriod" startAt="2"/>
            </a:pPr>
            <a:r>
              <a:rPr lang="vi-VN" dirty="0">
                <a:latin typeface="+mn-lt"/>
              </a:rPr>
              <a:t>Phân tích và thiết kế hệ thống</a:t>
            </a:r>
            <a:endParaRPr lang="en-US" dirty="0">
              <a:latin typeface="+mn-lt"/>
            </a:endParaRPr>
          </a:p>
        </p:txBody>
      </p:sp>
      <p:sp>
        <p:nvSpPr>
          <p:cNvPr id="5" name="Content Placeholder 4">
            <a:extLst>
              <a:ext uri="{FF2B5EF4-FFF2-40B4-BE49-F238E27FC236}">
                <a16:creationId xmlns:a16="http://schemas.microsoft.com/office/drawing/2014/main" id="{0748921B-2765-2EC9-9380-10D4BD2A4514}"/>
              </a:ext>
            </a:extLst>
          </p:cNvPr>
          <p:cNvSpPr>
            <a:spLocks noGrp="1"/>
          </p:cNvSpPr>
          <p:nvPr>
            <p:ph idx="1"/>
          </p:nvPr>
        </p:nvSpPr>
        <p:spPr>
          <a:xfrm>
            <a:off x="848023" y="739905"/>
            <a:ext cx="5100289" cy="422723"/>
          </a:xfrm>
        </p:spPr>
        <p:txBody>
          <a:bodyPr>
            <a:noAutofit/>
          </a:bodyPr>
          <a:lstStyle/>
          <a:p>
            <a:pPr marL="457200" indent="-457200">
              <a:buFont typeface="+mj-lt"/>
              <a:buAutoNum type="alphaLcPeriod" startAt="2"/>
            </a:pPr>
            <a:r>
              <a:rPr lang="vi-VN" dirty="0">
                <a:latin typeface="+mn-lt"/>
                <a:cs typeface="Arial" panose="020B0604020202020204" pitchFamily="34" charset="0"/>
              </a:rPr>
              <a:t>Mô hình dữ liệu mức quan niệm</a:t>
            </a:r>
            <a:endParaRPr lang="en-US" dirty="0">
              <a:latin typeface="+mn-lt"/>
              <a:cs typeface="Arial" panose="020B0604020202020204" pitchFamily="34" charset="0"/>
            </a:endParaRPr>
          </a:p>
        </p:txBody>
      </p:sp>
      <p:pic>
        <p:nvPicPr>
          <p:cNvPr id="8" name="Picture 7">
            <a:extLst>
              <a:ext uri="{FF2B5EF4-FFF2-40B4-BE49-F238E27FC236}">
                <a16:creationId xmlns:a16="http://schemas.microsoft.com/office/drawing/2014/main" id="{5DA1A9A7-5693-DD75-B566-CB533522B02D}"/>
              </a:ext>
            </a:extLst>
          </p:cNvPr>
          <p:cNvPicPr>
            <a:picLocks noChangeAspect="1"/>
          </p:cNvPicPr>
          <p:nvPr/>
        </p:nvPicPr>
        <p:blipFill>
          <a:blip r:embed="rId2"/>
          <a:stretch>
            <a:fillRect/>
          </a:stretch>
        </p:blipFill>
        <p:spPr>
          <a:xfrm>
            <a:off x="1453909" y="1162628"/>
            <a:ext cx="8614323" cy="5171695"/>
          </a:xfrm>
          <a:prstGeom prst="rect">
            <a:avLst/>
          </a:prstGeom>
        </p:spPr>
      </p:pic>
    </p:spTree>
    <p:extLst>
      <p:ext uri="{BB962C8B-B14F-4D97-AF65-F5344CB8AC3E}">
        <p14:creationId xmlns:p14="http://schemas.microsoft.com/office/powerpoint/2010/main" val="2675246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BFF88-0B85-3E2C-4429-D201E2B1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EB1B5-64E6-B990-EB15-CBAE0A18D7BC}"/>
              </a:ext>
            </a:extLst>
          </p:cNvPr>
          <p:cNvSpPr>
            <a:spLocks noGrp="1"/>
          </p:cNvSpPr>
          <p:nvPr>
            <p:ph type="title"/>
          </p:nvPr>
        </p:nvSpPr>
        <p:spPr/>
        <p:txBody>
          <a:bodyPr>
            <a:normAutofit/>
          </a:bodyPr>
          <a:lstStyle/>
          <a:p>
            <a:pPr marL="514350" indent="-514350">
              <a:buFont typeface="+mj-lt"/>
              <a:buAutoNum type="arabicPeriod" startAt="2"/>
            </a:pPr>
            <a:r>
              <a:rPr lang="vi-VN" dirty="0">
                <a:latin typeface="+mn-lt"/>
              </a:rPr>
              <a:t>Phân tích và thiết kế hệ thống</a:t>
            </a:r>
            <a:endParaRPr lang="en-US" dirty="0">
              <a:latin typeface="+mn-lt"/>
            </a:endParaRPr>
          </a:p>
        </p:txBody>
      </p:sp>
      <p:sp>
        <p:nvSpPr>
          <p:cNvPr id="5" name="Content Placeholder 4">
            <a:extLst>
              <a:ext uri="{FF2B5EF4-FFF2-40B4-BE49-F238E27FC236}">
                <a16:creationId xmlns:a16="http://schemas.microsoft.com/office/drawing/2014/main" id="{F7047FE1-96B9-0AD9-5B78-9D3F4716130F}"/>
              </a:ext>
            </a:extLst>
          </p:cNvPr>
          <p:cNvSpPr>
            <a:spLocks noGrp="1"/>
          </p:cNvSpPr>
          <p:nvPr>
            <p:ph idx="1"/>
          </p:nvPr>
        </p:nvSpPr>
        <p:spPr>
          <a:xfrm>
            <a:off x="775318" y="751177"/>
            <a:ext cx="4465985" cy="422723"/>
          </a:xfrm>
        </p:spPr>
        <p:txBody>
          <a:bodyPr>
            <a:noAutofit/>
          </a:bodyPr>
          <a:lstStyle/>
          <a:p>
            <a:pPr marL="457200" indent="-457200">
              <a:buFont typeface="+mj-lt"/>
              <a:buAutoNum type="alphaLcPeriod" startAt="3"/>
            </a:pPr>
            <a:r>
              <a:rPr lang="vi-VN" dirty="0">
                <a:latin typeface="+mn-lt"/>
              </a:rPr>
              <a:t>Mô hình dữ liệu mức luận lý</a:t>
            </a:r>
            <a:endParaRPr lang="en-US" dirty="0">
              <a:latin typeface="+mn-lt"/>
            </a:endParaRPr>
          </a:p>
        </p:txBody>
      </p:sp>
      <p:sp>
        <p:nvSpPr>
          <p:cNvPr id="3" name="Content Placeholder 4">
            <a:extLst>
              <a:ext uri="{FF2B5EF4-FFF2-40B4-BE49-F238E27FC236}">
                <a16:creationId xmlns:a16="http://schemas.microsoft.com/office/drawing/2014/main" id="{8F44FACA-AA7E-D193-0EA4-C6B2EF36D1C0}"/>
              </a:ext>
            </a:extLst>
          </p:cNvPr>
          <p:cNvSpPr txBox="1">
            <a:spLocks/>
          </p:cNvSpPr>
          <p:nvPr/>
        </p:nvSpPr>
        <p:spPr>
          <a:xfrm>
            <a:off x="1159497" y="1286610"/>
            <a:ext cx="10378911" cy="4820213"/>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800" dirty="0">
                <a:latin typeface="Arial" panose="020B0604020202020204" pitchFamily="34" charset="0"/>
                <a:cs typeface="Arial" panose="020B0604020202020204" pitchFamily="34" charset="0"/>
              </a:rPr>
              <a:t>CUSTOMER (</a:t>
            </a:r>
            <a:r>
              <a:rPr lang="en-US" sz="1800" u="sng" dirty="0" err="1">
                <a:latin typeface="Arial" panose="020B0604020202020204" pitchFamily="34" charset="0"/>
                <a:cs typeface="Arial" panose="020B0604020202020204" pitchFamily="34" charset="0"/>
              </a:rPr>
              <a:t>customerId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customerFirstName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customerLastName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customerDOB</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customerPhone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customerEmail</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customerPassword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isEnabled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createdAt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updatedAt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deletedAt</a:t>
            </a: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genderId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STAFF(</a:t>
            </a:r>
            <a:r>
              <a:rPr lang="en-US" sz="1800" u="sng" dirty="0" err="1">
                <a:latin typeface="Arial" panose="020B0604020202020204" pitchFamily="34" charset="0"/>
                <a:cs typeface="Arial" panose="020B0604020202020204" pitchFamily="34" charset="0"/>
              </a:rPr>
              <a:t>staffId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staffFirstName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staffLastName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staffDOB</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staffUsername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staffPassword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isEnabled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createdAt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updatedAt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deletedAt</a:t>
            </a: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roleId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ROLE(</a:t>
            </a:r>
            <a:r>
              <a:rPr lang="en-US" sz="1800" u="sng" dirty="0" err="1">
                <a:latin typeface="Arial" panose="020B0604020202020204" pitchFamily="34" charset="0"/>
                <a:cs typeface="Arial" panose="020B0604020202020204" pitchFamily="34" charset="0"/>
              </a:rPr>
              <a:t>roleId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roleName</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GENDER (</a:t>
            </a:r>
            <a:r>
              <a:rPr lang="en-US" sz="1800" u="sng" dirty="0" err="1">
                <a:latin typeface="Arial" panose="020B0604020202020204" pitchFamily="34" charset="0"/>
                <a:cs typeface="Arial" panose="020B0604020202020204" pitchFamily="34" charset="0"/>
              </a:rPr>
              <a:t>genderId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genderName</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BOOKING (</a:t>
            </a:r>
            <a:r>
              <a:rPr lang="en-US" sz="1800" u="sng" dirty="0" err="1">
                <a:latin typeface="Arial" panose="020B0604020202020204" pitchFamily="34" charset="0"/>
                <a:cs typeface="Arial" panose="020B0604020202020204" pitchFamily="34" charset="0"/>
              </a:rPr>
              <a:t>bookingId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bookingDate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checkInDate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checkOutDate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totalPrice</a:t>
            </a: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customerId</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bookingStatusId</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roomId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BOOKING_STATUS (</a:t>
            </a:r>
            <a:r>
              <a:rPr lang="en-US" sz="1800" u="sng" dirty="0" err="1">
                <a:latin typeface="Arial" panose="020B0604020202020204" pitchFamily="34" charset="0"/>
                <a:cs typeface="Arial" panose="020B0604020202020204" pitchFamily="34" charset="0"/>
              </a:rPr>
              <a:t>bookingStatusId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bookingStatusName</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ROOM (</a:t>
            </a:r>
            <a:r>
              <a:rPr lang="en-US" sz="1800" u="sng" dirty="0" err="1">
                <a:latin typeface="Arial" panose="020B0604020202020204" pitchFamily="34" charset="0"/>
                <a:cs typeface="Arial" panose="020B0604020202020204" pitchFamily="34" charset="0"/>
              </a:rPr>
              <a:t>roomId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roomNumber</a:t>
            </a:r>
            <a:r>
              <a:rPr lang="en-US" sz="1800" dirty="0">
                <a:latin typeface="Arial" panose="020B0604020202020204" pitchFamily="34" charset="0"/>
                <a:cs typeface="Arial" panose="020B0604020202020204" pitchFamily="34" charset="0"/>
              </a:rPr>
              <a:t>, , </a:t>
            </a:r>
            <a:r>
              <a:rPr lang="en-US" sz="1800" dirty="0" err="1">
                <a:latin typeface="Arial" panose="020B0604020202020204" pitchFamily="34" charset="0"/>
                <a:cs typeface="Arial" panose="020B0604020202020204" pitchFamily="34" charset="0"/>
              </a:rPr>
              <a:t>createdAt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updatedAt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deletedAt</a:t>
            </a: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roomTypeId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ROOM_MANAGE (</a:t>
            </a:r>
            <a:r>
              <a:rPr lang="en-US" sz="1800" u="sng" dirty="0" err="1">
                <a:latin typeface="Arial" panose="020B0604020202020204" pitchFamily="34" charset="0"/>
                <a:cs typeface="Arial" panose="020B0604020202020204" pitchFamily="34" charset="0"/>
              </a:rPr>
              <a:t>fromDate</a:t>
            </a:r>
            <a:r>
              <a:rPr lang="en-US" sz="1800"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roomId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toDate</a:t>
            </a: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roomStatusId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ROOM_STATUS (</a:t>
            </a:r>
            <a:r>
              <a:rPr lang="en-US" sz="1800" u="sng" dirty="0" err="1">
                <a:latin typeface="Arial" panose="020B0604020202020204" pitchFamily="34" charset="0"/>
                <a:cs typeface="Arial" panose="020B0604020202020204" pitchFamily="34" charset="0"/>
              </a:rPr>
              <a:t>roomStatusId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roomStatusName</a:t>
            </a:r>
            <a:r>
              <a:rPr lang="en-US" sz="1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034521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C2E47-3033-0371-1EDD-957CC6952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C9AD6-B782-5DBD-5E91-28BD4AC9A078}"/>
              </a:ext>
            </a:extLst>
          </p:cNvPr>
          <p:cNvSpPr>
            <a:spLocks noGrp="1"/>
          </p:cNvSpPr>
          <p:nvPr>
            <p:ph type="title"/>
          </p:nvPr>
        </p:nvSpPr>
        <p:spPr/>
        <p:txBody>
          <a:bodyPr>
            <a:normAutofit/>
          </a:bodyPr>
          <a:lstStyle/>
          <a:p>
            <a:pPr marL="514350" indent="-514350">
              <a:buFont typeface="+mj-lt"/>
              <a:buAutoNum type="arabicPeriod" startAt="2"/>
            </a:pPr>
            <a:r>
              <a:rPr lang="vi-VN" dirty="0">
                <a:latin typeface="+mn-lt"/>
              </a:rPr>
              <a:t>Phân tích và thiết kế hệ thống</a:t>
            </a:r>
            <a:endParaRPr lang="en-US" dirty="0">
              <a:latin typeface="+mn-lt"/>
            </a:endParaRPr>
          </a:p>
        </p:txBody>
      </p:sp>
      <p:sp>
        <p:nvSpPr>
          <p:cNvPr id="3" name="Content Placeholder 4">
            <a:extLst>
              <a:ext uri="{FF2B5EF4-FFF2-40B4-BE49-F238E27FC236}">
                <a16:creationId xmlns:a16="http://schemas.microsoft.com/office/drawing/2014/main" id="{4A09DB2B-B196-FA7C-F142-99594E63B208}"/>
              </a:ext>
            </a:extLst>
          </p:cNvPr>
          <p:cNvSpPr txBox="1">
            <a:spLocks/>
          </p:cNvSpPr>
          <p:nvPr/>
        </p:nvSpPr>
        <p:spPr>
          <a:xfrm>
            <a:off x="1178351" y="1319456"/>
            <a:ext cx="10133814" cy="4369917"/>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800" dirty="0">
                <a:latin typeface="Arial" panose="020B0604020202020204" pitchFamily="34" charset="0"/>
                <a:cs typeface="Arial" panose="020B0604020202020204" pitchFamily="34" charset="0"/>
              </a:rPr>
              <a:t>ROOM_TYPE (</a:t>
            </a:r>
            <a:r>
              <a:rPr lang="en-US" sz="1800" u="sng" dirty="0" err="1">
                <a:latin typeface="Arial" panose="020B0604020202020204" pitchFamily="34" charset="0"/>
                <a:cs typeface="Arial" panose="020B0604020202020204" pitchFamily="34" charset="0"/>
              </a:rPr>
              <a:t>roomTypeId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roomTypeName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maxGuests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pricePerNight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roomTypeDescription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availableQuantity</a:t>
            </a:r>
            <a:r>
              <a:rPr lang="en-US" sz="1800" dirty="0">
                <a:latin typeface="Arial" panose="020B0604020202020204" pitchFamily="34" charset="0"/>
                <a:cs typeface="Arial" panose="020B0604020202020204" pitchFamily="34" charset="0"/>
              </a:rPr>
              <a:t>, , </a:t>
            </a:r>
            <a:r>
              <a:rPr lang="en-US" sz="1800" dirty="0" err="1">
                <a:latin typeface="Arial" panose="020B0604020202020204" pitchFamily="34" charset="0"/>
                <a:cs typeface="Arial" panose="020B0604020202020204" pitchFamily="34" charset="0"/>
              </a:rPr>
              <a:t>createdAt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updatedAt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deletedAt</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ROOM_IMAGE (</a:t>
            </a:r>
            <a:r>
              <a:rPr lang="en-US" sz="1800" u="sng" dirty="0" err="1">
                <a:latin typeface="Arial" panose="020B0604020202020204" pitchFamily="34" charset="0"/>
                <a:cs typeface="Arial" panose="020B0604020202020204" pitchFamily="34" charset="0"/>
              </a:rPr>
              <a:t>roomImageId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roomImageURL</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fileName</a:t>
            </a: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roomTypeId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FACILITY (</a:t>
            </a:r>
            <a:r>
              <a:rPr lang="en-US" sz="1800" u="sng" dirty="0" err="1">
                <a:latin typeface="Arial" panose="020B0604020202020204" pitchFamily="34" charset="0"/>
                <a:cs typeface="Arial" panose="020B0604020202020204" pitchFamily="34" charset="0"/>
              </a:rPr>
              <a:t>facilityId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facilityName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facilityDescription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facilityIconFileName</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ROOM_TYPE_FACILITY (</a:t>
            </a:r>
            <a:r>
              <a:rPr lang="en-US" sz="1800" u="sng" dirty="0" err="1">
                <a:latin typeface="Arial" panose="020B0604020202020204" pitchFamily="34" charset="0"/>
                <a:cs typeface="Arial" panose="020B0604020202020204" pitchFamily="34" charset="0"/>
              </a:rPr>
              <a:t>roomTypeId</a:t>
            </a:r>
            <a:r>
              <a:rPr lang="en-US" sz="1800" u="sng"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facilityId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ROOM_FEEDBACK (</a:t>
            </a:r>
            <a:r>
              <a:rPr lang="en-US" sz="1800" u="sng" dirty="0" err="1">
                <a:latin typeface="Arial" panose="020B0604020202020204" pitchFamily="34" charset="0"/>
                <a:cs typeface="Arial" panose="020B0604020202020204" pitchFamily="34" charset="0"/>
              </a:rPr>
              <a:t>feedbackId</a:t>
            </a:r>
            <a:r>
              <a:rPr lang="en-US" sz="1800" dirty="0">
                <a:latin typeface="Arial" panose="020B0604020202020204" pitchFamily="34" charset="0"/>
                <a:cs typeface="Arial" panose="020B0604020202020204" pitchFamily="34" charset="0"/>
              </a:rPr>
              <a:t>, rating, comment, </a:t>
            </a:r>
            <a:r>
              <a:rPr lang="en-US" sz="1800" dirty="0" err="1">
                <a:latin typeface="Arial" panose="020B0604020202020204" pitchFamily="34" charset="0"/>
                <a:cs typeface="Arial" panose="020B0604020202020204" pitchFamily="34" charset="0"/>
              </a:rPr>
              <a:t>isShowed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createdAt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updatedAt</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customerId</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roomTypeId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POST (</a:t>
            </a:r>
            <a:r>
              <a:rPr lang="en-US" sz="1800" u="sng" dirty="0" err="1">
                <a:latin typeface="Arial" panose="020B0604020202020204" pitchFamily="34" charset="0"/>
                <a:cs typeface="Arial" panose="020B0604020202020204" pitchFamily="34" charset="0"/>
              </a:rPr>
              <a:t>postId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postTitle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postContent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createdAt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updatedAt</a:t>
            </a:r>
            <a:r>
              <a:rPr lang="en-US" sz="1800"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staffId</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categoryId</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postStatusId</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POST_STATUS (</a:t>
            </a:r>
            <a:r>
              <a:rPr lang="en-US" sz="1800" u="sng" dirty="0" err="1">
                <a:latin typeface="Arial" panose="020B0604020202020204" pitchFamily="34" charset="0"/>
                <a:cs typeface="Arial" panose="020B0604020202020204" pitchFamily="34" charset="0"/>
              </a:rPr>
              <a:t>postStatusId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postStatusName</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CATEGORY (</a:t>
            </a:r>
            <a:r>
              <a:rPr lang="en-US" sz="1800" u="sng" dirty="0" err="1">
                <a:latin typeface="Arial" panose="020B0604020202020204" pitchFamily="34" charset="0"/>
                <a:cs typeface="Arial" panose="020B0604020202020204" pitchFamily="34" charset="0"/>
              </a:rPr>
              <a:t>categoryId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categoryName</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categoryDescription</a:t>
            </a:r>
            <a:r>
              <a:rPr lang="en-US" sz="1800" dirty="0">
                <a:latin typeface="Arial" panose="020B0604020202020204" pitchFamily="34" charset="0"/>
                <a:cs typeface="Arial" panose="020B0604020202020204" pitchFamily="34" charset="0"/>
              </a:rPr>
              <a:t>)</a:t>
            </a:r>
          </a:p>
          <a:p>
            <a:pPr algn="l"/>
            <a:r>
              <a:rPr lang="en-US" sz="1800" dirty="0">
                <a:latin typeface="Arial" panose="020B0604020202020204" pitchFamily="34" charset="0"/>
                <a:cs typeface="Arial" panose="020B0604020202020204" pitchFamily="34" charset="0"/>
              </a:rPr>
              <a:t>INVALID_TOKEN (</a:t>
            </a:r>
            <a:r>
              <a:rPr lang="en-US" sz="1800" u="sng" dirty="0" err="1">
                <a:latin typeface="Arial" panose="020B0604020202020204" pitchFamily="34" charset="0"/>
                <a:cs typeface="Arial" panose="020B0604020202020204" pitchFamily="34" charset="0"/>
              </a:rPr>
              <a:t>invalidTokenId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expireAt</a:t>
            </a:r>
            <a:r>
              <a:rPr lang="en-US" sz="1800" dirty="0">
                <a:latin typeface="Arial" panose="020B0604020202020204" pitchFamily="34" charset="0"/>
                <a:cs typeface="Arial" panose="020B0604020202020204" pitchFamily="34" charset="0"/>
              </a:rPr>
              <a:t>)</a:t>
            </a:r>
          </a:p>
        </p:txBody>
      </p:sp>
      <p:sp>
        <p:nvSpPr>
          <p:cNvPr id="7" name="Content Placeholder 4">
            <a:extLst>
              <a:ext uri="{FF2B5EF4-FFF2-40B4-BE49-F238E27FC236}">
                <a16:creationId xmlns:a16="http://schemas.microsoft.com/office/drawing/2014/main" id="{C4F78D53-D585-84E3-29CE-B190AA514167}"/>
              </a:ext>
            </a:extLst>
          </p:cNvPr>
          <p:cNvSpPr txBox="1">
            <a:spLocks/>
          </p:cNvSpPr>
          <p:nvPr/>
        </p:nvSpPr>
        <p:spPr>
          <a:xfrm>
            <a:off x="775318" y="751177"/>
            <a:ext cx="4513119" cy="422723"/>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lphaLcPeriod" startAt="3"/>
            </a:pPr>
            <a:r>
              <a:rPr lang="vi-VN" dirty="0">
                <a:latin typeface="Arial" panose="020B0604020202020204" pitchFamily="34" charset="0"/>
                <a:cs typeface="Arial" panose="020B0604020202020204" pitchFamily="34" charset="0"/>
              </a:rPr>
              <a:t>Mô hình dữ liệu mức luận lý</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5953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FFF25-2BD7-733A-45FC-E67FBBB31272}"/>
              </a:ext>
            </a:extLst>
          </p:cNvPr>
          <p:cNvSpPr>
            <a:spLocks noGrp="1"/>
          </p:cNvSpPr>
          <p:nvPr>
            <p:ph type="title"/>
          </p:nvPr>
        </p:nvSpPr>
        <p:spPr/>
        <p:txBody>
          <a:bodyPr>
            <a:normAutofit/>
          </a:bodyPr>
          <a:lstStyle/>
          <a:p>
            <a:pPr marL="514350" indent="-514350">
              <a:buFont typeface="+mj-lt"/>
              <a:buAutoNum type="arabicPeriod" startAt="3"/>
            </a:pPr>
            <a:r>
              <a:rPr lang="vi-VN" dirty="0">
                <a:latin typeface="+mn-lt"/>
              </a:rPr>
              <a:t>Kiến trúc backend</a:t>
            </a:r>
            <a:endParaRPr lang="en-US" dirty="0">
              <a:latin typeface="+mn-lt"/>
            </a:endParaRPr>
          </a:p>
        </p:txBody>
      </p:sp>
      <p:sp>
        <p:nvSpPr>
          <p:cNvPr id="3" name="Content Placeholder 2">
            <a:extLst>
              <a:ext uri="{FF2B5EF4-FFF2-40B4-BE49-F238E27FC236}">
                <a16:creationId xmlns:a16="http://schemas.microsoft.com/office/drawing/2014/main" id="{1D872A2F-D4A9-90E2-0573-7B65F70A8C1E}"/>
              </a:ext>
            </a:extLst>
          </p:cNvPr>
          <p:cNvSpPr>
            <a:spLocks noGrp="1"/>
          </p:cNvSpPr>
          <p:nvPr>
            <p:ph idx="1"/>
          </p:nvPr>
        </p:nvSpPr>
        <p:spPr>
          <a:xfrm>
            <a:off x="1088403" y="848776"/>
            <a:ext cx="10370270" cy="512822"/>
          </a:xfrm>
        </p:spPr>
        <p:txBody>
          <a:bodyPr>
            <a:normAutofit/>
          </a:bodyPr>
          <a:lstStyle/>
          <a:p>
            <a:r>
              <a:rPr lang="en-US" dirty="0">
                <a:latin typeface="Arial" panose="020B0604020202020204" pitchFamily="34" charset="0"/>
                <a:cs typeface="Arial" panose="020B0604020202020204" pitchFamily="34" charset="0"/>
              </a:rPr>
              <a:t>Layered Architecture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MVC </a:t>
            </a:r>
            <a:r>
              <a:rPr lang="en-US" dirty="0" err="1">
                <a:latin typeface="Arial" panose="020B0604020202020204" pitchFamily="34" charset="0"/>
                <a:cs typeface="Arial" panose="020B0604020202020204" pitchFamily="34" charset="0"/>
              </a:rPr>
              <a:t>mở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rộng</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p:txBody>
      </p:sp>
      <p:graphicFrame>
        <p:nvGraphicFramePr>
          <p:cNvPr id="59" name="Table 58">
            <a:extLst>
              <a:ext uri="{FF2B5EF4-FFF2-40B4-BE49-F238E27FC236}">
                <a16:creationId xmlns:a16="http://schemas.microsoft.com/office/drawing/2014/main" id="{EE379DD2-7A11-22DE-8198-50A9273E3B4A}"/>
              </a:ext>
            </a:extLst>
          </p:cNvPr>
          <p:cNvGraphicFramePr>
            <a:graphicFrameLocks noGrp="1"/>
          </p:cNvGraphicFramePr>
          <p:nvPr>
            <p:extLst>
              <p:ext uri="{D42A27DB-BD31-4B8C-83A1-F6EECF244321}">
                <p14:modId xmlns:p14="http://schemas.microsoft.com/office/powerpoint/2010/main" val="3347501015"/>
              </p:ext>
            </p:extLst>
          </p:nvPr>
        </p:nvGraphicFramePr>
        <p:xfrm>
          <a:off x="1375559" y="1599099"/>
          <a:ext cx="9002598" cy="3057740"/>
        </p:xfrm>
        <a:graphic>
          <a:graphicData uri="http://schemas.openxmlformats.org/drawingml/2006/table">
            <a:tbl>
              <a:tblPr firstRow="1" bandRow="1">
                <a:tableStyleId>{5C22544A-7EE6-4342-B048-85BDC9FD1C3A}</a:tableStyleId>
              </a:tblPr>
              <a:tblGrid>
                <a:gridCol w="4501299">
                  <a:extLst>
                    <a:ext uri="{9D8B030D-6E8A-4147-A177-3AD203B41FA5}">
                      <a16:colId xmlns:a16="http://schemas.microsoft.com/office/drawing/2014/main" val="3422649666"/>
                    </a:ext>
                  </a:extLst>
                </a:gridCol>
                <a:gridCol w="4501299">
                  <a:extLst>
                    <a:ext uri="{9D8B030D-6E8A-4147-A177-3AD203B41FA5}">
                      <a16:colId xmlns:a16="http://schemas.microsoft.com/office/drawing/2014/main" val="3318094084"/>
                    </a:ext>
                  </a:extLst>
                </a:gridCol>
              </a:tblGrid>
              <a:tr h="436820">
                <a:tc>
                  <a:txBody>
                    <a:bodyPr/>
                    <a:lstStyle/>
                    <a:p>
                      <a:pPr algn="ctr"/>
                      <a:r>
                        <a:rPr lang="vi-VN" sz="2000" dirty="0"/>
                        <a:t>MVC truyền thống</a:t>
                      </a:r>
                      <a:endParaRPr lang="en-US" sz="2000" dirty="0"/>
                    </a:p>
                  </a:txBody>
                  <a:tcPr/>
                </a:tc>
                <a:tc>
                  <a:txBody>
                    <a:bodyPr/>
                    <a:lstStyle/>
                    <a:p>
                      <a:pPr algn="ctr"/>
                      <a:r>
                        <a:rPr lang="vi-VN" sz="2000" dirty="0"/>
                        <a:t>MVC mở rộng</a:t>
                      </a:r>
                      <a:endParaRPr lang="en-US" sz="2000" dirty="0"/>
                    </a:p>
                  </a:txBody>
                  <a:tcPr/>
                </a:tc>
                <a:extLst>
                  <a:ext uri="{0D108BD9-81ED-4DB2-BD59-A6C34878D82A}">
                    <a16:rowId xmlns:a16="http://schemas.microsoft.com/office/drawing/2014/main" val="1971956465"/>
                  </a:ext>
                </a:extLst>
              </a:tr>
              <a:tr h="43682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vi-VN" sz="2000" dirty="0" err="1"/>
                        <a:t>Controller</a:t>
                      </a: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2000" dirty="0"/>
                        <a:t>Route</a:t>
                      </a:r>
                      <a:endParaRPr lang="en-US" sz="2000" dirty="0"/>
                    </a:p>
                  </a:txBody>
                  <a:tcPr/>
                </a:tc>
                <a:extLst>
                  <a:ext uri="{0D108BD9-81ED-4DB2-BD59-A6C34878D82A}">
                    <a16:rowId xmlns:a16="http://schemas.microsoft.com/office/drawing/2014/main" val="561633304"/>
                  </a:ext>
                </a:extLst>
              </a:tr>
              <a:tr h="43682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2000" dirty="0"/>
                        <a:t>Middleware</a:t>
                      </a:r>
                      <a:endParaRPr lang="en-US" sz="2000" dirty="0"/>
                    </a:p>
                  </a:txBody>
                  <a:tcPr/>
                </a:tc>
                <a:extLst>
                  <a:ext uri="{0D108BD9-81ED-4DB2-BD59-A6C34878D82A}">
                    <a16:rowId xmlns:a16="http://schemas.microsoft.com/office/drawing/2014/main" val="2664635168"/>
                  </a:ext>
                </a:extLst>
              </a:tr>
              <a:tr h="436820">
                <a:tc vMerge="1">
                  <a:txBody>
                    <a:bodyPr/>
                    <a:lstStyle/>
                    <a:p>
                      <a:endParaRPr lang="en-US" dirty="0"/>
                    </a:p>
                  </a:txBody>
                  <a:tcPr/>
                </a:tc>
                <a:tc>
                  <a:txBody>
                    <a:bodyPr/>
                    <a:lstStyle/>
                    <a:p>
                      <a:pPr algn="ctr"/>
                      <a:r>
                        <a:rPr lang="vi-VN" sz="2000" dirty="0"/>
                        <a:t>Controller</a:t>
                      </a:r>
                      <a:endParaRPr lang="en-US" sz="2000" dirty="0"/>
                    </a:p>
                  </a:txBody>
                  <a:tcPr/>
                </a:tc>
                <a:extLst>
                  <a:ext uri="{0D108BD9-81ED-4DB2-BD59-A6C34878D82A}">
                    <a16:rowId xmlns:a16="http://schemas.microsoft.com/office/drawing/2014/main" val="1347678296"/>
                  </a:ext>
                </a:extLst>
              </a:tr>
              <a:tr h="43682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vi-VN" sz="2000" dirty="0" err="1"/>
                        <a:t>Model</a:t>
                      </a:r>
                      <a:endParaRPr lang="vi-VN" sz="2000" dirty="0"/>
                    </a:p>
                  </a:txBody>
                  <a:tcPr/>
                </a:tc>
                <a:tc>
                  <a:txBody>
                    <a:bodyPr/>
                    <a:lstStyle/>
                    <a:p>
                      <a:pPr algn="ctr"/>
                      <a:r>
                        <a:rPr lang="vi-VN" sz="2000" dirty="0"/>
                        <a:t>Service</a:t>
                      </a:r>
                      <a:endParaRPr lang="en-US" sz="2000" dirty="0"/>
                    </a:p>
                  </a:txBody>
                  <a:tcPr/>
                </a:tc>
                <a:extLst>
                  <a:ext uri="{0D108BD9-81ED-4DB2-BD59-A6C34878D82A}">
                    <a16:rowId xmlns:a16="http://schemas.microsoft.com/office/drawing/2014/main" val="2026909565"/>
                  </a:ext>
                </a:extLst>
              </a:tr>
              <a:tr h="436820">
                <a:tc vMerge="1">
                  <a:txBody>
                    <a:bodyPr/>
                    <a:lstStyle/>
                    <a:p>
                      <a:endParaRPr lang="en-US" dirty="0"/>
                    </a:p>
                  </a:txBody>
                  <a:tcPr/>
                </a:tc>
                <a:tc>
                  <a:txBody>
                    <a:bodyPr/>
                    <a:lstStyle/>
                    <a:p>
                      <a:pPr algn="ctr"/>
                      <a:r>
                        <a:rPr lang="vi-VN" sz="2000" dirty="0"/>
                        <a:t>Model</a:t>
                      </a:r>
                      <a:endParaRPr lang="en-US" sz="2000" dirty="0"/>
                    </a:p>
                  </a:txBody>
                  <a:tcPr/>
                </a:tc>
                <a:extLst>
                  <a:ext uri="{0D108BD9-81ED-4DB2-BD59-A6C34878D82A}">
                    <a16:rowId xmlns:a16="http://schemas.microsoft.com/office/drawing/2014/main" val="2788891192"/>
                  </a:ext>
                </a:extLst>
              </a:tr>
              <a:tr h="436820">
                <a:tc>
                  <a:txBody>
                    <a:bodyPr/>
                    <a:lstStyle/>
                    <a:p>
                      <a:pPr algn="ctr"/>
                      <a:r>
                        <a:rPr lang="vi-VN" sz="2000" dirty="0"/>
                        <a:t>View (Template, HTML, CSS)</a:t>
                      </a:r>
                      <a:endParaRPr lang="en-US" sz="2000" dirty="0"/>
                    </a:p>
                  </a:txBody>
                  <a:tcPr/>
                </a:tc>
                <a:tc>
                  <a:txBody>
                    <a:bodyPr/>
                    <a:lstStyle/>
                    <a:p>
                      <a:pPr algn="ctr"/>
                      <a:r>
                        <a:rPr lang="vi-VN" sz="2000" dirty="0"/>
                        <a:t>View (JSON/API)</a:t>
                      </a:r>
                      <a:endParaRPr lang="en-US" sz="2000" dirty="0"/>
                    </a:p>
                  </a:txBody>
                  <a:tcPr/>
                </a:tc>
                <a:extLst>
                  <a:ext uri="{0D108BD9-81ED-4DB2-BD59-A6C34878D82A}">
                    <a16:rowId xmlns:a16="http://schemas.microsoft.com/office/drawing/2014/main" val="3945958940"/>
                  </a:ext>
                </a:extLst>
              </a:tr>
            </a:tbl>
          </a:graphicData>
        </a:graphic>
      </p:graphicFrame>
    </p:spTree>
    <p:extLst>
      <p:ext uri="{BB962C8B-B14F-4D97-AF65-F5344CB8AC3E}">
        <p14:creationId xmlns:p14="http://schemas.microsoft.com/office/powerpoint/2010/main" val="3987674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50AC2-69FC-71D9-0338-C14D6052FC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7916E8-6DD4-5D8D-348D-A6EA28245452}"/>
              </a:ext>
            </a:extLst>
          </p:cNvPr>
          <p:cNvSpPr/>
          <p:nvPr/>
        </p:nvSpPr>
        <p:spPr>
          <a:xfrm>
            <a:off x="523469" y="165495"/>
            <a:ext cx="790716" cy="13789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t>CLIENT</a:t>
            </a:r>
            <a:endParaRPr lang="en-US" sz="1200" dirty="0"/>
          </a:p>
        </p:txBody>
      </p:sp>
      <p:grpSp>
        <p:nvGrpSpPr>
          <p:cNvPr id="14" name="Group 13">
            <a:extLst>
              <a:ext uri="{FF2B5EF4-FFF2-40B4-BE49-F238E27FC236}">
                <a16:creationId xmlns:a16="http://schemas.microsoft.com/office/drawing/2014/main" id="{52965B83-3ACB-12B8-269B-E27C0BAB98AD}"/>
              </a:ext>
            </a:extLst>
          </p:cNvPr>
          <p:cNvGrpSpPr/>
          <p:nvPr/>
        </p:nvGrpSpPr>
        <p:grpSpPr>
          <a:xfrm>
            <a:off x="3095729" y="705761"/>
            <a:ext cx="1235974" cy="868621"/>
            <a:chOff x="2526632" y="2804575"/>
            <a:chExt cx="1592179" cy="1863680"/>
          </a:xfrm>
        </p:grpSpPr>
        <p:sp>
          <p:nvSpPr>
            <p:cNvPr id="8" name="Rectangle 7">
              <a:extLst>
                <a:ext uri="{FF2B5EF4-FFF2-40B4-BE49-F238E27FC236}">
                  <a16:creationId xmlns:a16="http://schemas.microsoft.com/office/drawing/2014/main" id="{F2630F35-88EC-0B93-88A6-B079872C511A}"/>
                </a:ext>
              </a:extLst>
            </p:cNvPr>
            <p:cNvSpPr/>
            <p:nvPr/>
          </p:nvSpPr>
          <p:spPr>
            <a:xfrm>
              <a:off x="2526632" y="2804575"/>
              <a:ext cx="1592178" cy="409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ROUTES</a:t>
              </a:r>
              <a:endParaRPr lang="en-US" sz="1400" dirty="0"/>
            </a:p>
          </p:txBody>
        </p:sp>
        <p:sp>
          <p:nvSpPr>
            <p:cNvPr id="13" name="Rectangle 12">
              <a:extLst>
                <a:ext uri="{FF2B5EF4-FFF2-40B4-BE49-F238E27FC236}">
                  <a16:creationId xmlns:a16="http://schemas.microsoft.com/office/drawing/2014/main" id="{AD2B942C-DA80-ADEC-24E1-8E7264486A07}"/>
                </a:ext>
              </a:extLst>
            </p:cNvPr>
            <p:cNvSpPr/>
            <p:nvPr/>
          </p:nvSpPr>
          <p:spPr>
            <a:xfrm>
              <a:off x="2526632" y="3213649"/>
              <a:ext cx="1592179" cy="14546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chemeClr val="tx1"/>
                  </a:solidFill>
                </a:rPr>
                <a:t>authRoute.js</a:t>
              </a:r>
            </a:p>
            <a:p>
              <a:pPr algn="ctr"/>
              <a:r>
                <a:rPr lang="vi-VN" sz="1400" dirty="0">
                  <a:solidFill>
                    <a:schemeClr val="tx1"/>
                  </a:solidFill>
                </a:rPr>
                <a:t>roomRoute</a:t>
              </a:r>
            </a:p>
            <a:p>
              <a:pPr algn="ctr"/>
              <a:r>
                <a:rPr lang="vi-VN" sz="1400" dirty="0">
                  <a:solidFill>
                    <a:schemeClr val="tx1"/>
                  </a:solidFill>
                </a:rPr>
                <a:t>...</a:t>
              </a:r>
              <a:endParaRPr lang="en-US" sz="1400" dirty="0">
                <a:solidFill>
                  <a:schemeClr val="tx1"/>
                </a:solidFill>
              </a:endParaRPr>
            </a:p>
          </p:txBody>
        </p:sp>
      </p:grpSp>
      <p:grpSp>
        <p:nvGrpSpPr>
          <p:cNvPr id="15" name="Group 14">
            <a:extLst>
              <a:ext uri="{FF2B5EF4-FFF2-40B4-BE49-F238E27FC236}">
                <a16:creationId xmlns:a16="http://schemas.microsoft.com/office/drawing/2014/main" id="{FF264571-9F2E-0CE2-6A70-EB8250F28F48}"/>
              </a:ext>
            </a:extLst>
          </p:cNvPr>
          <p:cNvGrpSpPr/>
          <p:nvPr/>
        </p:nvGrpSpPr>
        <p:grpSpPr>
          <a:xfrm>
            <a:off x="4896642" y="702505"/>
            <a:ext cx="1794810" cy="868621"/>
            <a:chOff x="2526632" y="2804575"/>
            <a:chExt cx="1592179" cy="1863680"/>
          </a:xfrm>
        </p:grpSpPr>
        <p:sp>
          <p:nvSpPr>
            <p:cNvPr id="16" name="Rectangle 15">
              <a:extLst>
                <a:ext uri="{FF2B5EF4-FFF2-40B4-BE49-F238E27FC236}">
                  <a16:creationId xmlns:a16="http://schemas.microsoft.com/office/drawing/2014/main" id="{52D6E3B8-3B9B-6B43-0E30-9A606BCE4CEC}"/>
                </a:ext>
              </a:extLst>
            </p:cNvPr>
            <p:cNvSpPr/>
            <p:nvPr/>
          </p:nvSpPr>
          <p:spPr>
            <a:xfrm>
              <a:off x="2526632" y="2804575"/>
              <a:ext cx="1592178" cy="409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MIDDLEWARE</a:t>
              </a:r>
              <a:endParaRPr lang="en-US" sz="1400" dirty="0"/>
            </a:p>
          </p:txBody>
        </p:sp>
        <p:sp>
          <p:nvSpPr>
            <p:cNvPr id="17" name="Rectangle 16">
              <a:extLst>
                <a:ext uri="{FF2B5EF4-FFF2-40B4-BE49-F238E27FC236}">
                  <a16:creationId xmlns:a16="http://schemas.microsoft.com/office/drawing/2014/main" id="{321B9036-9527-84C8-A5C9-E76AB8EBCD44}"/>
                </a:ext>
              </a:extLst>
            </p:cNvPr>
            <p:cNvSpPr/>
            <p:nvPr/>
          </p:nvSpPr>
          <p:spPr>
            <a:xfrm>
              <a:off x="2526632" y="3213649"/>
              <a:ext cx="1592179" cy="14546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chemeClr val="tx1"/>
                  </a:solidFill>
                </a:rPr>
                <a:t>authMiddleWare.js</a:t>
              </a:r>
            </a:p>
            <a:p>
              <a:pPr algn="ctr"/>
              <a:r>
                <a:rPr lang="vi-VN" sz="1400" dirty="0">
                  <a:solidFill>
                    <a:schemeClr val="tx1"/>
                  </a:solidFill>
                </a:rPr>
                <a:t>bookingValidation.js</a:t>
              </a:r>
            </a:p>
            <a:p>
              <a:pPr algn="ctr"/>
              <a:r>
                <a:rPr lang="vi-VN" sz="1400" dirty="0">
                  <a:solidFill>
                    <a:schemeClr val="tx1"/>
                  </a:solidFill>
                </a:rPr>
                <a:t>...</a:t>
              </a:r>
              <a:endParaRPr lang="en-US" sz="1400" dirty="0">
                <a:solidFill>
                  <a:schemeClr val="tx1"/>
                </a:solidFill>
              </a:endParaRPr>
            </a:p>
          </p:txBody>
        </p:sp>
      </p:grpSp>
      <p:grpSp>
        <p:nvGrpSpPr>
          <p:cNvPr id="18" name="Group 17">
            <a:extLst>
              <a:ext uri="{FF2B5EF4-FFF2-40B4-BE49-F238E27FC236}">
                <a16:creationId xmlns:a16="http://schemas.microsoft.com/office/drawing/2014/main" id="{62447A63-4DDB-9628-789B-9A9052B1EAB8}"/>
              </a:ext>
            </a:extLst>
          </p:cNvPr>
          <p:cNvGrpSpPr/>
          <p:nvPr/>
        </p:nvGrpSpPr>
        <p:grpSpPr>
          <a:xfrm>
            <a:off x="7224824" y="717627"/>
            <a:ext cx="1934167" cy="868136"/>
            <a:chOff x="2606099" y="2842099"/>
            <a:chExt cx="1594779" cy="1862639"/>
          </a:xfrm>
        </p:grpSpPr>
        <p:sp>
          <p:nvSpPr>
            <p:cNvPr id="19" name="Rectangle 18">
              <a:extLst>
                <a:ext uri="{FF2B5EF4-FFF2-40B4-BE49-F238E27FC236}">
                  <a16:creationId xmlns:a16="http://schemas.microsoft.com/office/drawing/2014/main" id="{58A0553A-0811-EA40-D74E-D3EBF8E1313D}"/>
                </a:ext>
              </a:extLst>
            </p:cNvPr>
            <p:cNvSpPr/>
            <p:nvPr/>
          </p:nvSpPr>
          <p:spPr>
            <a:xfrm>
              <a:off x="2608700" y="2842099"/>
              <a:ext cx="1592178" cy="4090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CONTROLLERS</a:t>
              </a:r>
              <a:endParaRPr lang="en-US" sz="1400" dirty="0"/>
            </a:p>
          </p:txBody>
        </p:sp>
        <p:sp>
          <p:nvSpPr>
            <p:cNvPr id="20" name="Rectangle 19">
              <a:extLst>
                <a:ext uri="{FF2B5EF4-FFF2-40B4-BE49-F238E27FC236}">
                  <a16:creationId xmlns:a16="http://schemas.microsoft.com/office/drawing/2014/main" id="{0A3E705C-4418-C0B3-4AE0-CBED22C6FF2D}"/>
                </a:ext>
              </a:extLst>
            </p:cNvPr>
            <p:cNvSpPr/>
            <p:nvPr/>
          </p:nvSpPr>
          <p:spPr>
            <a:xfrm>
              <a:off x="2606099" y="3250132"/>
              <a:ext cx="1592179" cy="14546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chemeClr val="tx1"/>
                  </a:solidFill>
                </a:rPr>
                <a:t>authController.js</a:t>
              </a:r>
            </a:p>
            <a:p>
              <a:pPr algn="ctr"/>
              <a:r>
                <a:rPr lang="vi-VN" sz="1400" dirty="0">
                  <a:solidFill>
                    <a:schemeClr val="tx1"/>
                  </a:solidFill>
                </a:rPr>
                <a:t>roomController.js</a:t>
              </a:r>
            </a:p>
            <a:p>
              <a:pPr algn="ctr"/>
              <a:r>
                <a:rPr lang="vi-VN" sz="1400" dirty="0">
                  <a:solidFill>
                    <a:schemeClr val="tx1"/>
                  </a:solidFill>
                </a:rPr>
                <a:t>...</a:t>
              </a:r>
              <a:endParaRPr lang="en-US" sz="1400" dirty="0">
                <a:solidFill>
                  <a:schemeClr val="tx1"/>
                </a:solidFill>
              </a:endParaRPr>
            </a:p>
          </p:txBody>
        </p:sp>
      </p:grpSp>
      <p:grpSp>
        <p:nvGrpSpPr>
          <p:cNvPr id="24" name="Group 23">
            <a:extLst>
              <a:ext uri="{FF2B5EF4-FFF2-40B4-BE49-F238E27FC236}">
                <a16:creationId xmlns:a16="http://schemas.microsoft.com/office/drawing/2014/main" id="{A938542F-1FFB-60D9-0F0D-108BCB48618D}"/>
              </a:ext>
            </a:extLst>
          </p:cNvPr>
          <p:cNvGrpSpPr/>
          <p:nvPr/>
        </p:nvGrpSpPr>
        <p:grpSpPr>
          <a:xfrm>
            <a:off x="7792828" y="2308340"/>
            <a:ext cx="4063829" cy="1168663"/>
            <a:chOff x="2484481" y="2810114"/>
            <a:chExt cx="1657118" cy="1882268"/>
          </a:xfrm>
        </p:grpSpPr>
        <p:sp>
          <p:nvSpPr>
            <p:cNvPr id="31" name="Rectangle 30">
              <a:extLst>
                <a:ext uri="{FF2B5EF4-FFF2-40B4-BE49-F238E27FC236}">
                  <a16:creationId xmlns:a16="http://schemas.microsoft.com/office/drawing/2014/main" id="{16CB7BA7-1EC9-F2AF-2C60-88F458734100}"/>
                </a:ext>
              </a:extLst>
            </p:cNvPr>
            <p:cNvSpPr/>
            <p:nvPr/>
          </p:nvSpPr>
          <p:spPr>
            <a:xfrm>
              <a:off x="2487897" y="2810114"/>
              <a:ext cx="1653702" cy="4049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SERVICES</a:t>
              </a:r>
              <a:endParaRPr lang="en-US" sz="1400" dirty="0"/>
            </a:p>
          </p:txBody>
        </p:sp>
        <p:sp>
          <p:nvSpPr>
            <p:cNvPr id="32" name="Rectangle 31">
              <a:extLst>
                <a:ext uri="{FF2B5EF4-FFF2-40B4-BE49-F238E27FC236}">
                  <a16:creationId xmlns:a16="http://schemas.microsoft.com/office/drawing/2014/main" id="{5F08B5C7-CD9B-345E-1DE0-49DF91263E55}"/>
                </a:ext>
              </a:extLst>
            </p:cNvPr>
            <p:cNvSpPr/>
            <p:nvPr/>
          </p:nvSpPr>
          <p:spPr>
            <a:xfrm>
              <a:off x="2484481" y="3237776"/>
              <a:ext cx="1657118" cy="14546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chemeClr val="tx1"/>
                  </a:solidFill>
                </a:rPr>
                <a:t>authService: </a:t>
              </a:r>
              <a:r>
                <a:rPr lang="vi-VN" sz="1400" i="1" dirty="0">
                  <a:solidFill>
                    <a:schemeClr val="tx1"/>
                  </a:solidFill>
                </a:rPr>
                <a:t>signUpStaff(), signIn(), signOut(),...</a:t>
              </a:r>
            </a:p>
            <a:p>
              <a:pPr algn="ctr"/>
              <a:r>
                <a:rPr lang="vi-VN" sz="1400" dirty="0">
                  <a:solidFill>
                    <a:schemeClr val="tx1"/>
                  </a:solidFill>
                </a:rPr>
                <a:t>roomService: </a:t>
              </a:r>
              <a:r>
                <a:rPr lang="vi-VN" sz="1400" i="1" dirty="0">
                  <a:solidFill>
                    <a:schemeClr val="tx1"/>
                  </a:solidFill>
                </a:rPr>
                <a:t>createRoom(), updateRoom(),...</a:t>
              </a:r>
            </a:p>
            <a:p>
              <a:pPr algn="ctr"/>
              <a:r>
                <a:rPr lang="vi-VN" sz="1400" dirty="0">
                  <a:solidFill>
                    <a:schemeClr val="tx1"/>
                  </a:solidFill>
                </a:rPr>
                <a:t>...</a:t>
              </a:r>
            </a:p>
          </p:txBody>
        </p:sp>
      </p:grpSp>
      <p:grpSp>
        <p:nvGrpSpPr>
          <p:cNvPr id="46" name="Group 45">
            <a:extLst>
              <a:ext uri="{FF2B5EF4-FFF2-40B4-BE49-F238E27FC236}">
                <a16:creationId xmlns:a16="http://schemas.microsoft.com/office/drawing/2014/main" id="{8FAB78F7-B095-AB5D-AA8A-33B8AE335E4A}"/>
              </a:ext>
            </a:extLst>
          </p:cNvPr>
          <p:cNvGrpSpPr/>
          <p:nvPr/>
        </p:nvGrpSpPr>
        <p:grpSpPr>
          <a:xfrm>
            <a:off x="7991564" y="4605520"/>
            <a:ext cx="4002096" cy="1618640"/>
            <a:chOff x="6304096" y="3252275"/>
            <a:chExt cx="4806408" cy="2666779"/>
          </a:xfrm>
        </p:grpSpPr>
        <p:grpSp>
          <p:nvGrpSpPr>
            <p:cNvPr id="37" name="Group 36">
              <a:extLst>
                <a:ext uri="{FF2B5EF4-FFF2-40B4-BE49-F238E27FC236}">
                  <a16:creationId xmlns:a16="http://schemas.microsoft.com/office/drawing/2014/main" id="{B84D44E9-B7F0-3FBD-C66C-9FA0DCD1FE91}"/>
                </a:ext>
              </a:extLst>
            </p:cNvPr>
            <p:cNvGrpSpPr/>
            <p:nvPr/>
          </p:nvGrpSpPr>
          <p:grpSpPr>
            <a:xfrm>
              <a:off x="6304096" y="3252275"/>
              <a:ext cx="4806408" cy="2666779"/>
              <a:chOff x="2286000" y="2073663"/>
              <a:chExt cx="4800600" cy="3472894"/>
            </a:xfrm>
          </p:grpSpPr>
          <p:sp>
            <p:nvSpPr>
              <p:cNvPr id="41" name="Rectangle 40">
                <a:extLst>
                  <a:ext uri="{FF2B5EF4-FFF2-40B4-BE49-F238E27FC236}">
                    <a16:creationId xmlns:a16="http://schemas.microsoft.com/office/drawing/2014/main" id="{7EE305E6-EABA-F0EF-4DD8-430F25223D10}"/>
                  </a:ext>
                </a:extLst>
              </p:cNvPr>
              <p:cNvSpPr/>
              <p:nvPr/>
            </p:nvSpPr>
            <p:spPr>
              <a:xfrm>
                <a:off x="2286001" y="2073663"/>
                <a:ext cx="4800599" cy="34728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 name="Rectangle 41">
                <a:extLst>
                  <a:ext uri="{FF2B5EF4-FFF2-40B4-BE49-F238E27FC236}">
                    <a16:creationId xmlns:a16="http://schemas.microsoft.com/office/drawing/2014/main" id="{DF9AECD1-3DF6-CB36-729D-4ACF3673BFF3}"/>
                  </a:ext>
                </a:extLst>
              </p:cNvPr>
              <p:cNvSpPr/>
              <p:nvPr/>
            </p:nvSpPr>
            <p:spPr>
              <a:xfrm>
                <a:off x="2286000" y="2073663"/>
                <a:ext cx="4800599" cy="5251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DATA  ACCESS LAYER</a:t>
                </a:r>
                <a:endParaRPr lang="en-US" sz="1400" dirty="0"/>
              </a:p>
            </p:txBody>
          </p:sp>
        </p:grpSp>
        <p:grpSp>
          <p:nvGrpSpPr>
            <p:cNvPr id="38" name="Group 37">
              <a:extLst>
                <a:ext uri="{FF2B5EF4-FFF2-40B4-BE49-F238E27FC236}">
                  <a16:creationId xmlns:a16="http://schemas.microsoft.com/office/drawing/2014/main" id="{FF9DFA5B-DEF2-6F7D-8804-31AD07A22DE1}"/>
                </a:ext>
              </a:extLst>
            </p:cNvPr>
            <p:cNvGrpSpPr/>
            <p:nvPr/>
          </p:nvGrpSpPr>
          <p:grpSpPr>
            <a:xfrm>
              <a:off x="6528344" y="3826860"/>
              <a:ext cx="1448594" cy="1856104"/>
              <a:chOff x="2526632" y="2804575"/>
              <a:chExt cx="1592179" cy="1863680"/>
            </a:xfrm>
          </p:grpSpPr>
          <p:sp>
            <p:nvSpPr>
              <p:cNvPr id="39" name="Rectangle 38">
                <a:extLst>
                  <a:ext uri="{FF2B5EF4-FFF2-40B4-BE49-F238E27FC236}">
                    <a16:creationId xmlns:a16="http://schemas.microsoft.com/office/drawing/2014/main" id="{D05DD00B-AE6F-44EB-F929-791D6A4A3A66}"/>
                  </a:ext>
                </a:extLst>
              </p:cNvPr>
              <p:cNvSpPr/>
              <p:nvPr/>
            </p:nvSpPr>
            <p:spPr>
              <a:xfrm>
                <a:off x="2526632" y="2804575"/>
                <a:ext cx="1592178" cy="409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MODELS</a:t>
                </a:r>
                <a:endParaRPr lang="en-US" sz="1400" dirty="0"/>
              </a:p>
            </p:txBody>
          </p:sp>
          <p:sp>
            <p:nvSpPr>
              <p:cNvPr id="40" name="Rectangle 39">
                <a:extLst>
                  <a:ext uri="{FF2B5EF4-FFF2-40B4-BE49-F238E27FC236}">
                    <a16:creationId xmlns:a16="http://schemas.microsoft.com/office/drawing/2014/main" id="{94BE07B5-A749-7E04-885F-BDA3656638A5}"/>
                  </a:ext>
                </a:extLst>
              </p:cNvPr>
              <p:cNvSpPr/>
              <p:nvPr/>
            </p:nvSpPr>
            <p:spPr>
              <a:xfrm>
                <a:off x="2526632" y="3213649"/>
                <a:ext cx="1592179" cy="14546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chemeClr val="tx1"/>
                    </a:solidFill>
                  </a:rPr>
                  <a:t>Customer</a:t>
                </a:r>
              </a:p>
              <a:p>
                <a:pPr algn="ctr"/>
                <a:r>
                  <a:rPr lang="vi-VN" sz="1400" dirty="0">
                    <a:solidFill>
                      <a:schemeClr val="tx1"/>
                    </a:solidFill>
                  </a:rPr>
                  <a:t>Booking</a:t>
                </a:r>
              </a:p>
              <a:p>
                <a:pPr algn="ctr"/>
                <a:r>
                  <a:rPr lang="vi-VN" sz="1400" dirty="0">
                    <a:solidFill>
                      <a:schemeClr val="tx1"/>
                    </a:solidFill>
                  </a:rPr>
                  <a:t>Staff</a:t>
                </a:r>
              </a:p>
              <a:p>
                <a:pPr algn="ctr"/>
                <a:r>
                  <a:rPr lang="vi-VN" sz="1400" dirty="0">
                    <a:solidFill>
                      <a:schemeClr val="tx1"/>
                    </a:solidFill>
                  </a:rPr>
                  <a:t>...</a:t>
                </a:r>
              </a:p>
            </p:txBody>
          </p:sp>
        </p:grpSp>
        <p:grpSp>
          <p:nvGrpSpPr>
            <p:cNvPr id="43" name="Group 42">
              <a:extLst>
                <a:ext uri="{FF2B5EF4-FFF2-40B4-BE49-F238E27FC236}">
                  <a16:creationId xmlns:a16="http://schemas.microsoft.com/office/drawing/2014/main" id="{F5150F46-64D0-45CA-2A13-EADF64A32F02}"/>
                </a:ext>
              </a:extLst>
            </p:cNvPr>
            <p:cNvGrpSpPr/>
            <p:nvPr/>
          </p:nvGrpSpPr>
          <p:grpSpPr>
            <a:xfrm>
              <a:off x="8583550" y="3807846"/>
              <a:ext cx="2336533" cy="1856104"/>
              <a:chOff x="2526632" y="2804575"/>
              <a:chExt cx="1592179" cy="1863680"/>
            </a:xfrm>
          </p:grpSpPr>
          <p:sp>
            <p:nvSpPr>
              <p:cNvPr id="44" name="Rectangle 43">
                <a:extLst>
                  <a:ext uri="{FF2B5EF4-FFF2-40B4-BE49-F238E27FC236}">
                    <a16:creationId xmlns:a16="http://schemas.microsoft.com/office/drawing/2014/main" id="{E1EC466E-22A3-FA2D-A13A-85C9E0C3922C}"/>
                  </a:ext>
                </a:extLst>
              </p:cNvPr>
              <p:cNvSpPr/>
              <p:nvPr/>
            </p:nvSpPr>
            <p:spPr>
              <a:xfrm>
                <a:off x="2526632" y="2804575"/>
                <a:ext cx="1592178" cy="409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MIGRATION</a:t>
                </a:r>
                <a:endParaRPr lang="en-US" sz="1400" dirty="0"/>
              </a:p>
            </p:txBody>
          </p:sp>
          <p:sp>
            <p:nvSpPr>
              <p:cNvPr id="45" name="Rectangle 44">
                <a:extLst>
                  <a:ext uri="{FF2B5EF4-FFF2-40B4-BE49-F238E27FC236}">
                    <a16:creationId xmlns:a16="http://schemas.microsoft.com/office/drawing/2014/main" id="{12DBBC6D-0072-FF82-CFEE-5615869A3CDA}"/>
                  </a:ext>
                </a:extLst>
              </p:cNvPr>
              <p:cNvSpPr/>
              <p:nvPr/>
            </p:nvSpPr>
            <p:spPr>
              <a:xfrm>
                <a:off x="2526632" y="3213649"/>
                <a:ext cx="1592179" cy="14546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chemeClr val="tx1"/>
                    </a:solidFill>
                  </a:rPr>
                  <a:t>customerMigration</a:t>
                </a:r>
              </a:p>
              <a:p>
                <a:pPr algn="ctr"/>
                <a:r>
                  <a:rPr lang="vi-VN" sz="1400" dirty="0">
                    <a:solidFill>
                      <a:schemeClr val="tx1"/>
                    </a:solidFill>
                  </a:rPr>
                  <a:t>bookingMigration</a:t>
                </a:r>
              </a:p>
              <a:p>
                <a:pPr algn="ctr"/>
                <a:r>
                  <a:rPr lang="vi-VN" sz="1400" dirty="0">
                    <a:solidFill>
                      <a:schemeClr val="tx1"/>
                    </a:solidFill>
                  </a:rPr>
                  <a:t>staffMigration</a:t>
                </a:r>
              </a:p>
              <a:p>
                <a:pPr algn="ctr"/>
                <a:r>
                  <a:rPr lang="vi-VN" sz="1400" dirty="0">
                    <a:solidFill>
                      <a:schemeClr val="tx1"/>
                    </a:solidFill>
                  </a:rPr>
                  <a:t>...</a:t>
                </a:r>
              </a:p>
            </p:txBody>
          </p:sp>
        </p:grpSp>
      </p:grpSp>
      <p:grpSp>
        <p:nvGrpSpPr>
          <p:cNvPr id="79" name="Group 78">
            <a:extLst>
              <a:ext uri="{FF2B5EF4-FFF2-40B4-BE49-F238E27FC236}">
                <a16:creationId xmlns:a16="http://schemas.microsoft.com/office/drawing/2014/main" id="{F463FEEC-621D-7CFD-E117-44115C217767}"/>
              </a:ext>
            </a:extLst>
          </p:cNvPr>
          <p:cNvGrpSpPr/>
          <p:nvPr/>
        </p:nvGrpSpPr>
        <p:grpSpPr>
          <a:xfrm>
            <a:off x="496839" y="4512408"/>
            <a:ext cx="3384659" cy="1787479"/>
            <a:chOff x="3088133" y="1731606"/>
            <a:chExt cx="3878151" cy="2666779"/>
          </a:xfrm>
        </p:grpSpPr>
        <p:grpSp>
          <p:nvGrpSpPr>
            <p:cNvPr id="70" name="Group 69">
              <a:extLst>
                <a:ext uri="{FF2B5EF4-FFF2-40B4-BE49-F238E27FC236}">
                  <a16:creationId xmlns:a16="http://schemas.microsoft.com/office/drawing/2014/main" id="{7B1C8364-B76A-519B-2C9B-459F9D03D919}"/>
                </a:ext>
              </a:extLst>
            </p:cNvPr>
            <p:cNvGrpSpPr/>
            <p:nvPr/>
          </p:nvGrpSpPr>
          <p:grpSpPr>
            <a:xfrm>
              <a:off x="3088133" y="1731606"/>
              <a:ext cx="3878151" cy="2666779"/>
              <a:chOff x="2286000" y="2073663"/>
              <a:chExt cx="4800600" cy="3472894"/>
            </a:xfrm>
          </p:grpSpPr>
          <p:sp>
            <p:nvSpPr>
              <p:cNvPr id="77" name="Rectangle 76">
                <a:extLst>
                  <a:ext uri="{FF2B5EF4-FFF2-40B4-BE49-F238E27FC236}">
                    <a16:creationId xmlns:a16="http://schemas.microsoft.com/office/drawing/2014/main" id="{76BA24A7-8BA7-4031-3EAA-B5A1BE6B765A}"/>
                  </a:ext>
                </a:extLst>
              </p:cNvPr>
              <p:cNvSpPr/>
              <p:nvPr/>
            </p:nvSpPr>
            <p:spPr>
              <a:xfrm>
                <a:off x="2286001" y="2073663"/>
                <a:ext cx="4800599" cy="34728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Rectangle 77">
                <a:extLst>
                  <a:ext uri="{FF2B5EF4-FFF2-40B4-BE49-F238E27FC236}">
                    <a16:creationId xmlns:a16="http://schemas.microsoft.com/office/drawing/2014/main" id="{6C816780-4811-8645-1218-CF803A6EB2E2}"/>
                  </a:ext>
                </a:extLst>
              </p:cNvPr>
              <p:cNvSpPr/>
              <p:nvPr/>
            </p:nvSpPr>
            <p:spPr>
              <a:xfrm>
                <a:off x="2286000" y="2073663"/>
                <a:ext cx="4800599" cy="5251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SUPPORT COMPONENT</a:t>
                </a:r>
                <a:endParaRPr lang="en-US" sz="1400" dirty="0"/>
              </a:p>
            </p:txBody>
          </p:sp>
        </p:grpSp>
        <p:grpSp>
          <p:nvGrpSpPr>
            <p:cNvPr id="71" name="Group 70">
              <a:extLst>
                <a:ext uri="{FF2B5EF4-FFF2-40B4-BE49-F238E27FC236}">
                  <a16:creationId xmlns:a16="http://schemas.microsoft.com/office/drawing/2014/main" id="{E5684AE6-37DF-EDF1-9B15-56A5D8C7F135}"/>
                </a:ext>
              </a:extLst>
            </p:cNvPr>
            <p:cNvGrpSpPr/>
            <p:nvPr/>
          </p:nvGrpSpPr>
          <p:grpSpPr>
            <a:xfrm>
              <a:off x="3277781" y="2306191"/>
              <a:ext cx="1448594" cy="1856104"/>
              <a:chOff x="2526632" y="2804575"/>
              <a:chExt cx="1592179" cy="1863680"/>
            </a:xfrm>
          </p:grpSpPr>
          <p:sp>
            <p:nvSpPr>
              <p:cNvPr id="75" name="Rectangle 74">
                <a:extLst>
                  <a:ext uri="{FF2B5EF4-FFF2-40B4-BE49-F238E27FC236}">
                    <a16:creationId xmlns:a16="http://schemas.microsoft.com/office/drawing/2014/main" id="{69FDDB5F-25D2-56A4-E213-17B4B71D325C}"/>
                  </a:ext>
                </a:extLst>
              </p:cNvPr>
              <p:cNvSpPr/>
              <p:nvPr/>
            </p:nvSpPr>
            <p:spPr>
              <a:xfrm>
                <a:off x="2526632" y="2804575"/>
                <a:ext cx="1592178" cy="409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UTIL</a:t>
                </a:r>
                <a:endParaRPr lang="en-US" sz="1400" dirty="0"/>
              </a:p>
            </p:txBody>
          </p:sp>
          <p:sp>
            <p:nvSpPr>
              <p:cNvPr id="76" name="Rectangle 75">
                <a:extLst>
                  <a:ext uri="{FF2B5EF4-FFF2-40B4-BE49-F238E27FC236}">
                    <a16:creationId xmlns:a16="http://schemas.microsoft.com/office/drawing/2014/main" id="{FB9691E7-923F-F9A7-FFEF-6788DBD7B62A}"/>
                  </a:ext>
                </a:extLst>
              </p:cNvPr>
              <p:cNvSpPr/>
              <p:nvPr/>
            </p:nvSpPr>
            <p:spPr>
              <a:xfrm>
                <a:off x="2526632" y="3213649"/>
                <a:ext cx="1592179" cy="14546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chemeClr val="tx1"/>
                    </a:solidFill>
                  </a:rPr>
                  <a:t>errorCode</a:t>
                </a:r>
              </a:p>
              <a:p>
                <a:pPr algn="ctr"/>
                <a:r>
                  <a:rPr lang="vi-VN" sz="1400" dirty="0">
                    <a:solidFill>
                      <a:schemeClr val="tx1"/>
                    </a:solidFill>
                  </a:rPr>
                  <a:t>JWTUtils</a:t>
                </a:r>
              </a:p>
              <a:p>
                <a:pPr algn="ctr"/>
                <a:r>
                  <a:rPr lang="vi-VN" sz="1400" dirty="0">
                    <a:solidFill>
                      <a:schemeClr val="tx1"/>
                    </a:solidFill>
                  </a:rPr>
                  <a:t>Response</a:t>
                </a:r>
              </a:p>
              <a:p>
                <a:pPr algn="ctr"/>
                <a:r>
                  <a:rPr lang="vi-VN" sz="1400" dirty="0">
                    <a:solidFill>
                      <a:schemeClr val="tx1"/>
                    </a:solidFill>
                  </a:rPr>
                  <a:t>...</a:t>
                </a:r>
              </a:p>
            </p:txBody>
          </p:sp>
        </p:grpSp>
        <p:grpSp>
          <p:nvGrpSpPr>
            <p:cNvPr id="72" name="Group 71">
              <a:extLst>
                <a:ext uri="{FF2B5EF4-FFF2-40B4-BE49-F238E27FC236}">
                  <a16:creationId xmlns:a16="http://schemas.microsoft.com/office/drawing/2014/main" id="{4A6D7DE4-C959-EB9B-3C51-A84F0E68E37C}"/>
                </a:ext>
              </a:extLst>
            </p:cNvPr>
            <p:cNvGrpSpPr/>
            <p:nvPr/>
          </p:nvGrpSpPr>
          <p:grpSpPr>
            <a:xfrm>
              <a:off x="5085756" y="2303987"/>
              <a:ext cx="1728269" cy="1856104"/>
              <a:chOff x="2526632" y="2804575"/>
              <a:chExt cx="1177691" cy="1863680"/>
            </a:xfrm>
          </p:grpSpPr>
          <p:sp>
            <p:nvSpPr>
              <p:cNvPr id="73" name="Rectangle 72">
                <a:extLst>
                  <a:ext uri="{FF2B5EF4-FFF2-40B4-BE49-F238E27FC236}">
                    <a16:creationId xmlns:a16="http://schemas.microsoft.com/office/drawing/2014/main" id="{F9885D40-A247-CBFD-4489-0B33A1863CFA}"/>
                  </a:ext>
                </a:extLst>
              </p:cNvPr>
              <p:cNvSpPr/>
              <p:nvPr/>
            </p:nvSpPr>
            <p:spPr>
              <a:xfrm>
                <a:off x="2526632" y="2804575"/>
                <a:ext cx="1177691" cy="409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SEEDER</a:t>
                </a:r>
                <a:endParaRPr lang="en-US" sz="1400" dirty="0"/>
              </a:p>
            </p:txBody>
          </p:sp>
          <p:sp>
            <p:nvSpPr>
              <p:cNvPr id="74" name="Rectangle 73">
                <a:extLst>
                  <a:ext uri="{FF2B5EF4-FFF2-40B4-BE49-F238E27FC236}">
                    <a16:creationId xmlns:a16="http://schemas.microsoft.com/office/drawing/2014/main" id="{64CE916E-8DE0-AD14-625B-021290FCF7CA}"/>
                  </a:ext>
                </a:extLst>
              </p:cNvPr>
              <p:cNvSpPr/>
              <p:nvPr/>
            </p:nvSpPr>
            <p:spPr>
              <a:xfrm>
                <a:off x="2526633" y="3213649"/>
                <a:ext cx="1177690" cy="14546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chemeClr val="tx1"/>
                    </a:solidFill>
                  </a:rPr>
                  <a:t>customerSeeder</a:t>
                </a:r>
              </a:p>
              <a:p>
                <a:pPr algn="ctr"/>
                <a:r>
                  <a:rPr lang="vi-VN" sz="1400" dirty="0">
                    <a:solidFill>
                      <a:schemeClr val="tx1"/>
                    </a:solidFill>
                  </a:rPr>
                  <a:t>bookingSeeder</a:t>
                </a:r>
              </a:p>
              <a:p>
                <a:pPr algn="ctr"/>
                <a:r>
                  <a:rPr lang="vi-VN" sz="1400" dirty="0">
                    <a:solidFill>
                      <a:schemeClr val="tx1"/>
                    </a:solidFill>
                  </a:rPr>
                  <a:t>staffSeeder</a:t>
                </a:r>
              </a:p>
              <a:p>
                <a:pPr algn="ctr"/>
                <a:r>
                  <a:rPr lang="vi-VN" sz="1400" dirty="0">
                    <a:solidFill>
                      <a:schemeClr val="tx1"/>
                    </a:solidFill>
                  </a:rPr>
                  <a:t>...</a:t>
                </a:r>
              </a:p>
            </p:txBody>
          </p:sp>
        </p:grpSp>
      </p:grpSp>
      <p:grpSp>
        <p:nvGrpSpPr>
          <p:cNvPr id="89" name="Group 88">
            <a:extLst>
              <a:ext uri="{FF2B5EF4-FFF2-40B4-BE49-F238E27FC236}">
                <a16:creationId xmlns:a16="http://schemas.microsoft.com/office/drawing/2014/main" id="{9EB99B00-DBE6-61AF-E5FD-0C0EBD961828}"/>
              </a:ext>
            </a:extLst>
          </p:cNvPr>
          <p:cNvGrpSpPr/>
          <p:nvPr/>
        </p:nvGrpSpPr>
        <p:grpSpPr>
          <a:xfrm>
            <a:off x="1400980" y="470820"/>
            <a:ext cx="1681174" cy="581767"/>
            <a:chOff x="782628" y="379873"/>
            <a:chExt cx="1681174" cy="581767"/>
          </a:xfrm>
        </p:grpSpPr>
        <p:cxnSp>
          <p:nvCxnSpPr>
            <p:cNvPr id="81" name="Straight Arrow Connector 80">
              <a:extLst>
                <a:ext uri="{FF2B5EF4-FFF2-40B4-BE49-F238E27FC236}">
                  <a16:creationId xmlns:a16="http://schemas.microsoft.com/office/drawing/2014/main" id="{24855020-9BA1-0CC4-04E6-04FA0C9E068A}"/>
                </a:ext>
              </a:extLst>
            </p:cNvPr>
            <p:cNvCxnSpPr>
              <a:cxnSpLocks/>
            </p:cNvCxnSpPr>
            <p:nvPr/>
          </p:nvCxnSpPr>
          <p:spPr>
            <a:xfrm>
              <a:off x="1092092" y="961640"/>
              <a:ext cx="86489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C73141BF-F5EF-4BEA-A0C1-CE45B1767B9C}"/>
                </a:ext>
              </a:extLst>
            </p:cNvPr>
            <p:cNvSpPr txBox="1"/>
            <p:nvPr/>
          </p:nvSpPr>
          <p:spPr>
            <a:xfrm>
              <a:off x="782628" y="379873"/>
              <a:ext cx="1681174" cy="523220"/>
            </a:xfrm>
            <a:prstGeom prst="rect">
              <a:avLst/>
            </a:prstGeom>
            <a:noFill/>
          </p:spPr>
          <p:txBody>
            <a:bodyPr wrap="square" rtlCol="0">
              <a:spAutoFit/>
            </a:bodyPr>
            <a:lstStyle/>
            <a:p>
              <a:pPr algn="ctr"/>
              <a:r>
                <a:rPr lang="vi-VN" sz="1400" dirty="0"/>
                <a:t>HTTP request</a:t>
              </a:r>
            </a:p>
            <a:p>
              <a:pPr algn="ctr"/>
              <a:r>
                <a:rPr lang="vi-VN" sz="1400" dirty="0"/>
                <a:t>(JWT &amp; cookie)</a:t>
              </a:r>
              <a:endParaRPr lang="en-US" sz="1400" dirty="0"/>
            </a:p>
          </p:txBody>
        </p:sp>
      </p:grpSp>
      <p:sp>
        <p:nvSpPr>
          <p:cNvPr id="87" name="TextBox 86">
            <a:extLst>
              <a:ext uri="{FF2B5EF4-FFF2-40B4-BE49-F238E27FC236}">
                <a16:creationId xmlns:a16="http://schemas.microsoft.com/office/drawing/2014/main" id="{65DC8536-9CA9-4137-15A5-18EB82F9843C}"/>
              </a:ext>
            </a:extLst>
          </p:cNvPr>
          <p:cNvSpPr txBox="1"/>
          <p:nvPr/>
        </p:nvSpPr>
        <p:spPr>
          <a:xfrm>
            <a:off x="9591913" y="1243273"/>
            <a:ext cx="1359569" cy="523220"/>
          </a:xfrm>
          <a:prstGeom prst="rect">
            <a:avLst/>
          </a:prstGeom>
          <a:noFill/>
        </p:spPr>
        <p:txBody>
          <a:bodyPr wrap="square" rtlCol="0">
            <a:spAutoFit/>
          </a:bodyPr>
          <a:lstStyle/>
          <a:p>
            <a:pPr algn="ctr"/>
            <a:r>
              <a:rPr lang="vi-VN" sz="1400" dirty="0"/>
              <a:t>Business logic call</a:t>
            </a:r>
            <a:endParaRPr lang="en-US" sz="1400" dirty="0"/>
          </a:p>
        </p:txBody>
      </p:sp>
      <p:cxnSp>
        <p:nvCxnSpPr>
          <p:cNvPr id="100" name="Straight Arrow Connector 99">
            <a:extLst>
              <a:ext uri="{FF2B5EF4-FFF2-40B4-BE49-F238E27FC236}">
                <a16:creationId xmlns:a16="http://schemas.microsoft.com/office/drawing/2014/main" id="{8B6B39E5-0E5D-24F8-E847-002638AB0870}"/>
              </a:ext>
            </a:extLst>
          </p:cNvPr>
          <p:cNvCxnSpPr>
            <a:cxnSpLocks/>
          </p:cNvCxnSpPr>
          <p:nvPr/>
        </p:nvCxnSpPr>
        <p:spPr>
          <a:xfrm>
            <a:off x="4420574" y="1150205"/>
            <a:ext cx="43393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FBDEEC7C-DD0E-F64F-27B8-C1497F0EB290}"/>
              </a:ext>
            </a:extLst>
          </p:cNvPr>
          <p:cNvCxnSpPr>
            <a:cxnSpLocks/>
          </p:cNvCxnSpPr>
          <p:nvPr/>
        </p:nvCxnSpPr>
        <p:spPr>
          <a:xfrm>
            <a:off x="6727149" y="1160161"/>
            <a:ext cx="43393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D4DD2DCE-831A-D163-451F-EF50BA308CFA}"/>
              </a:ext>
            </a:extLst>
          </p:cNvPr>
          <p:cNvCxnSpPr>
            <a:cxnSpLocks/>
          </p:cNvCxnSpPr>
          <p:nvPr/>
        </p:nvCxnSpPr>
        <p:spPr>
          <a:xfrm>
            <a:off x="9384469" y="1150205"/>
            <a:ext cx="1567013" cy="981287"/>
          </a:xfrm>
          <a:prstGeom prst="bentConnector3">
            <a:avLst>
              <a:gd name="adj1" fmla="val 99569"/>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Cylinder 1">
            <a:extLst>
              <a:ext uri="{FF2B5EF4-FFF2-40B4-BE49-F238E27FC236}">
                <a16:creationId xmlns:a16="http://schemas.microsoft.com/office/drawing/2014/main" id="{25157BA8-7DCE-0D4F-A4AE-C11C3E6B614A}"/>
              </a:ext>
            </a:extLst>
          </p:cNvPr>
          <p:cNvSpPr/>
          <p:nvPr/>
        </p:nvSpPr>
        <p:spPr>
          <a:xfrm>
            <a:off x="4637543" y="4485858"/>
            <a:ext cx="1546113" cy="1738302"/>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MYSQL</a:t>
            </a:r>
          </a:p>
          <a:p>
            <a:pPr algn="ctr"/>
            <a:r>
              <a:rPr lang="vi-VN" dirty="0"/>
              <a:t>DATABASE</a:t>
            </a:r>
            <a:endParaRPr lang="en-US" dirty="0"/>
          </a:p>
        </p:txBody>
      </p:sp>
      <p:grpSp>
        <p:nvGrpSpPr>
          <p:cNvPr id="112" name="Group 111">
            <a:extLst>
              <a:ext uri="{FF2B5EF4-FFF2-40B4-BE49-F238E27FC236}">
                <a16:creationId xmlns:a16="http://schemas.microsoft.com/office/drawing/2014/main" id="{641DD49C-03E8-F6DB-54C7-F0F5935396F8}"/>
              </a:ext>
            </a:extLst>
          </p:cNvPr>
          <p:cNvGrpSpPr/>
          <p:nvPr/>
        </p:nvGrpSpPr>
        <p:grpSpPr>
          <a:xfrm>
            <a:off x="6503893" y="5039452"/>
            <a:ext cx="1359649" cy="572745"/>
            <a:chOff x="6313782" y="4888865"/>
            <a:chExt cx="1359649" cy="572745"/>
          </a:xfrm>
        </p:grpSpPr>
        <p:sp>
          <p:nvSpPr>
            <p:cNvPr id="110" name="TextBox 109">
              <a:extLst>
                <a:ext uri="{FF2B5EF4-FFF2-40B4-BE49-F238E27FC236}">
                  <a16:creationId xmlns:a16="http://schemas.microsoft.com/office/drawing/2014/main" id="{7FB6A58B-EAB4-A483-0524-EC3131DE6CD6}"/>
                </a:ext>
              </a:extLst>
            </p:cNvPr>
            <p:cNvSpPr txBox="1"/>
            <p:nvPr/>
          </p:nvSpPr>
          <p:spPr>
            <a:xfrm>
              <a:off x="6313782" y="4888865"/>
              <a:ext cx="1359569" cy="523220"/>
            </a:xfrm>
            <a:prstGeom prst="rect">
              <a:avLst/>
            </a:prstGeom>
            <a:noFill/>
          </p:spPr>
          <p:txBody>
            <a:bodyPr wrap="square" rtlCol="0">
              <a:spAutoFit/>
            </a:bodyPr>
            <a:lstStyle/>
            <a:p>
              <a:pPr algn="ctr"/>
              <a:r>
                <a:rPr lang="vi-VN" sz="1400" dirty="0"/>
                <a:t>Database queries</a:t>
              </a:r>
              <a:endParaRPr lang="en-US" sz="1400" dirty="0"/>
            </a:p>
          </p:txBody>
        </p:sp>
        <p:cxnSp>
          <p:nvCxnSpPr>
            <p:cNvPr id="29" name="Straight Arrow Connector 28">
              <a:extLst>
                <a:ext uri="{FF2B5EF4-FFF2-40B4-BE49-F238E27FC236}">
                  <a16:creationId xmlns:a16="http://schemas.microsoft.com/office/drawing/2014/main" id="{E7CBC613-766A-F3E3-BFBD-678E3070E792}"/>
                </a:ext>
              </a:extLst>
            </p:cNvPr>
            <p:cNvCxnSpPr>
              <a:cxnSpLocks/>
            </p:cNvCxnSpPr>
            <p:nvPr/>
          </p:nvCxnSpPr>
          <p:spPr>
            <a:xfrm flipH="1">
              <a:off x="6333724" y="5461610"/>
              <a:ext cx="133970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E7BB1E82-B0B6-C71C-5A28-222880B42F57}"/>
              </a:ext>
            </a:extLst>
          </p:cNvPr>
          <p:cNvGrpSpPr/>
          <p:nvPr/>
        </p:nvGrpSpPr>
        <p:grpSpPr>
          <a:xfrm>
            <a:off x="8837718" y="3653851"/>
            <a:ext cx="1291288" cy="839993"/>
            <a:chOff x="1276102" y="1075170"/>
            <a:chExt cx="1291288" cy="839993"/>
          </a:xfrm>
        </p:grpSpPr>
        <p:cxnSp>
          <p:nvCxnSpPr>
            <p:cNvPr id="59" name="Straight Arrow Connector 58">
              <a:extLst>
                <a:ext uri="{FF2B5EF4-FFF2-40B4-BE49-F238E27FC236}">
                  <a16:creationId xmlns:a16="http://schemas.microsoft.com/office/drawing/2014/main" id="{BF31ACBE-F445-494F-3C6D-7ED53ECBA231}"/>
                </a:ext>
              </a:extLst>
            </p:cNvPr>
            <p:cNvCxnSpPr>
              <a:cxnSpLocks/>
            </p:cNvCxnSpPr>
            <p:nvPr/>
          </p:nvCxnSpPr>
          <p:spPr>
            <a:xfrm>
              <a:off x="2567390" y="1075170"/>
              <a:ext cx="0" cy="8399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550509D9-4E45-5AF0-8BD2-2A2B6D8EFBE6}"/>
                </a:ext>
              </a:extLst>
            </p:cNvPr>
            <p:cNvSpPr txBox="1"/>
            <p:nvPr/>
          </p:nvSpPr>
          <p:spPr>
            <a:xfrm>
              <a:off x="1276102" y="1178026"/>
              <a:ext cx="1179031" cy="523220"/>
            </a:xfrm>
            <a:prstGeom prst="rect">
              <a:avLst/>
            </a:prstGeom>
            <a:noFill/>
          </p:spPr>
          <p:txBody>
            <a:bodyPr wrap="square" rtlCol="0">
              <a:spAutoFit/>
            </a:bodyPr>
            <a:lstStyle/>
            <a:p>
              <a:pPr algn="ctr"/>
              <a:r>
                <a:rPr lang="vi-VN" sz="1400" dirty="0"/>
                <a:t>Data access call</a:t>
              </a:r>
              <a:endParaRPr lang="en-US" sz="1400" dirty="0"/>
            </a:p>
          </p:txBody>
        </p:sp>
      </p:grpSp>
      <p:sp>
        <p:nvSpPr>
          <p:cNvPr id="101" name="Rectangle 100">
            <a:extLst>
              <a:ext uri="{FF2B5EF4-FFF2-40B4-BE49-F238E27FC236}">
                <a16:creationId xmlns:a16="http://schemas.microsoft.com/office/drawing/2014/main" id="{CBFAD123-16D1-F28B-E7A0-1D881C7938DF}"/>
              </a:ext>
            </a:extLst>
          </p:cNvPr>
          <p:cNvSpPr/>
          <p:nvPr/>
        </p:nvSpPr>
        <p:spPr>
          <a:xfrm>
            <a:off x="2361374" y="2596525"/>
            <a:ext cx="1794809" cy="14878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t>GLOBAL ERROR HANDLER</a:t>
            </a:r>
            <a:endParaRPr lang="en-US" sz="1400" dirty="0"/>
          </a:p>
        </p:txBody>
      </p:sp>
      <p:cxnSp>
        <p:nvCxnSpPr>
          <p:cNvPr id="107" name="Straight Arrow Connector 106">
            <a:extLst>
              <a:ext uri="{FF2B5EF4-FFF2-40B4-BE49-F238E27FC236}">
                <a16:creationId xmlns:a16="http://schemas.microsoft.com/office/drawing/2014/main" id="{600AF82C-13C5-B11D-C5CE-2488773689D1}"/>
              </a:ext>
            </a:extLst>
          </p:cNvPr>
          <p:cNvCxnSpPr>
            <a:cxnSpLocks/>
          </p:cNvCxnSpPr>
          <p:nvPr/>
        </p:nvCxnSpPr>
        <p:spPr>
          <a:xfrm flipH="1">
            <a:off x="4296187" y="3275591"/>
            <a:ext cx="3010108" cy="0"/>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FA59A9EE-2E8C-69CA-84D5-E1F5E55CB5D6}"/>
              </a:ext>
            </a:extLst>
          </p:cNvPr>
          <p:cNvSpPr txBox="1"/>
          <p:nvPr/>
        </p:nvSpPr>
        <p:spPr>
          <a:xfrm>
            <a:off x="5161516" y="2996555"/>
            <a:ext cx="1359569" cy="307777"/>
          </a:xfrm>
          <a:prstGeom prst="rect">
            <a:avLst/>
          </a:prstGeom>
          <a:noFill/>
        </p:spPr>
        <p:txBody>
          <a:bodyPr wrap="square" rtlCol="0">
            <a:spAutoFit/>
          </a:bodyPr>
          <a:lstStyle/>
          <a:p>
            <a:pPr algn="ctr"/>
            <a:r>
              <a:rPr lang="vi-VN" sz="1400" dirty="0"/>
              <a:t>Throw error</a:t>
            </a:r>
            <a:endParaRPr lang="en-US" sz="1400" dirty="0"/>
          </a:p>
        </p:txBody>
      </p:sp>
      <p:cxnSp>
        <p:nvCxnSpPr>
          <p:cNvPr id="114" name="Connector: Elbow 113">
            <a:extLst>
              <a:ext uri="{FF2B5EF4-FFF2-40B4-BE49-F238E27FC236}">
                <a16:creationId xmlns:a16="http://schemas.microsoft.com/office/drawing/2014/main" id="{422188BC-CD18-3447-8F16-F0B016BDFDFD}"/>
              </a:ext>
            </a:extLst>
          </p:cNvPr>
          <p:cNvCxnSpPr>
            <a:cxnSpLocks/>
          </p:cNvCxnSpPr>
          <p:nvPr/>
        </p:nvCxnSpPr>
        <p:spPr>
          <a:xfrm rot="10800000">
            <a:off x="4268440" y="3720957"/>
            <a:ext cx="3597354" cy="1039040"/>
          </a:xfrm>
          <a:prstGeom prst="bentConnector3">
            <a:avLst>
              <a:gd name="adj1" fmla="val 27494"/>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B6FA82C3-25B7-DBE5-DC82-87D8895F9777}"/>
              </a:ext>
            </a:extLst>
          </p:cNvPr>
          <p:cNvSpPr txBox="1"/>
          <p:nvPr/>
        </p:nvSpPr>
        <p:spPr>
          <a:xfrm>
            <a:off x="5121457" y="3381642"/>
            <a:ext cx="1359569" cy="307777"/>
          </a:xfrm>
          <a:prstGeom prst="rect">
            <a:avLst/>
          </a:prstGeom>
          <a:noFill/>
        </p:spPr>
        <p:txBody>
          <a:bodyPr wrap="square" rtlCol="0">
            <a:spAutoFit/>
          </a:bodyPr>
          <a:lstStyle/>
          <a:p>
            <a:pPr algn="ctr"/>
            <a:r>
              <a:rPr lang="vi-VN" sz="1400" dirty="0"/>
              <a:t>Throw error</a:t>
            </a:r>
            <a:endParaRPr lang="en-US" sz="1400" dirty="0"/>
          </a:p>
        </p:txBody>
      </p:sp>
      <p:cxnSp>
        <p:nvCxnSpPr>
          <p:cNvPr id="120" name="Connector: Elbow 119">
            <a:extLst>
              <a:ext uri="{FF2B5EF4-FFF2-40B4-BE49-F238E27FC236}">
                <a16:creationId xmlns:a16="http://schemas.microsoft.com/office/drawing/2014/main" id="{15CC36DA-C589-D17F-4233-D37EF03257C0}"/>
              </a:ext>
            </a:extLst>
          </p:cNvPr>
          <p:cNvCxnSpPr>
            <a:cxnSpLocks/>
          </p:cNvCxnSpPr>
          <p:nvPr/>
        </p:nvCxnSpPr>
        <p:spPr>
          <a:xfrm rot="10800000" flipV="1">
            <a:off x="4280381" y="1691813"/>
            <a:ext cx="3239487" cy="1262462"/>
          </a:xfrm>
          <a:prstGeom prst="bentConnector3">
            <a:avLst>
              <a:gd name="adj1" fmla="val -573"/>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660BFDBF-D55E-38AD-E85F-D04232051D07}"/>
              </a:ext>
            </a:extLst>
          </p:cNvPr>
          <p:cNvSpPr txBox="1"/>
          <p:nvPr/>
        </p:nvSpPr>
        <p:spPr>
          <a:xfrm>
            <a:off x="4713492" y="2420111"/>
            <a:ext cx="1359569" cy="307777"/>
          </a:xfrm>
          <a:prstGeom prst="rect">
            <a:avLst/>
          </a:prstGeom>
          <a:noFill/>
        </p:spPr>
        <p:txBody>
          <a:bodyPr wrap="square" rtlCol="0">
            <a:spAutoFit/>
          </a:bodyPr>
          <a:lstStyle/>
          <a:p>
            <a:pPr algn="ctr"/>
            <a:r>
              <a:rPr lang="vi-VN" sz="1400" dirty="0"/>
              <a:t>Throw error</a:t>
            </a:r>
            <a:endParaRPr lang="en-US" sz="1400" dirty="0"/>
          </a:p>
        </p:txBody>
      </p:sp>
      <p:cxnSp>
        <p:nvCxnSpPr>
          <p:cNvPr id="127" name="Connector: Elbow 126">
            <a:extLst>
              <a:ext uri="{FF2B5EF4-FFF2-40B4-BE49-F238E27FC236}">
                <a16:creationId xmlns:a16="http://schemas.microsoft.com/office/drawing/2014/main" id="{B7BE37AC-7607-39A1-E90C-CE6164435F29}"/>
              </a:ext>
            </a:extLst>
          </p:cNvPr>
          <p:cNvCxnSpPr>
            <a:cxnSpLocks/>
          </p:cNvCxnSpPr>
          <p:nvPr/>
        </p:nvCxnSpPr>
        <p:spPr>
          <a:xfrm rot="16200000" flipV="1">
            <a:off x="730184" y="2072248"/>
            <a:ext cx="1787481" cy="1048552"/>
          </a:xfrm>
          <a:prstGeom prst="bentConnector3">
            <a:avLst>
              <a:gd name="adj1" fmla="val -445"/>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9FFC195E-6059-287F-55AD-30B9C2C49763}"/>
              </a:ext>
            </a:extLst>
          </p:cNvPr>
          <p:cNvSpPr txBox="1"/>
          <p:nvPr/>
        </p:nvSpPr>
        <p:spPr>
          <a:xfrm>
            <a:off x="640581" y="3543307"/>
            <a:ext cx="1499619" cy="523220"/>
          </a:xfrm>
          <a:prstGeom prst="rect">
            <a:avLst/>
          </a:prstGeom>
          <a:noFill/>
        </p:spPr>
        <p:txBody>
          <a:bodyPr wrap="square" rtlCol="0">
            <a:spAutoFit/>
          </a:bodyPr>
          <a:lstStyle/>
          <a:p>
            <a:pPr algn="ctr"/>
            <a:r>
              <a:rPr lang="vi-VN" sz="1400" dirty="0"/>
              <a:t>HTTP error response</a:t>
            </a:r>
            <a:endParaRPr lang="en-US" sz="1400" dirty="0"/>
          </a:p>
        </p:txBody>
      </p:sp>
      <p:cxnSp>
        <p:nvCxnSpPr>
          <p:cNvPr id="137" name="Connector: Elbow 136">
            <a:extLst>
              <a:ext uri="{FF2B5EF4-FFF2-40B4-BE49-F238E27FC236}">
                <a16:creationId xmlns:a16="http://schemas.microsoft.com/office/drawing/2014/main" id="{AECE25F2-5A17-FB3B-C000-65AD1CDF5834}"/>
              </a:ext>
            </a:extLst>
          </p:cNvPr>
          <p:cNvCxnSpPr>
            <a:cxnSpLocks/>
          </p:cNvCxnSpPr>
          <p:nvPr/>
        </p:nvCxnSpPr>
        <p:spPr>
          <a:xfrm rot="10800000" flipV="1">
            <a:off x="4354951" y="1702783"/>
            <a:ext cx="2080309" cy="1003492"/>
          </a:xfrm>
          <a:prstGeom prst="bentConnector3">
            <a:avLst>
              <a:gd name="adj1" fmla="val 55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1F23FD4E-0846-1647-3844-8FBF087E2FAD}"/>
              </a:ext>
            </a:extLst>
          </p:cNvPr>
          <p:cNvCxnSpPr>
            <a:cxnSpLocks/>
          </p:cNvCxnSpPr>
          <p:nvPr/>
        </p:nvCxnSpPr>
        <p:spPr>
          <a:xfrm>
            <a:off x="3625277" y="1702783"/>
            <a:ext cx="0" cy="812826"/>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FF5B8560-2DA3-7857-BC9F-39CA79D95A35}"/>
              </a:ext>
            </a:extLst>
          </p:cNvPr>
          <p:cNvSpPr txBox="1"/>
          <p:nvPr/>
        </p:nvSpPr>
        <p:spPr>
          <a:xfrm>
            <a:off x="3476398" y="1895698"/>
            <a:ext cx="1359569" cy="307777"/>
          </a:xfrm>
          <a:prstGeom prst="rect">
            <a:avLst/>
          </a:prstGeom>
          <a:noFill/>
        </p:spPr>
        <p:txBody>
          <a:bodyPr wrap="square" rtlCol="0">
            <a:spAutoFit/>
          </a:bodyPr>
          <a:lstStyle/>
          <a:p>
            <a:pPr algn="ctr"/>
            <a:r>
              <a:rPr lang="vi-VN" sz="1400" dirty="0"/>
              <a:t>Throw error</a:t>
            </a:r>
            <a:endParaRPr lang="en-US" sz="1400" dirty="0"/>
          </a:p>
        </p:txBody>
      </p:sp>
      <p:cxnSp>
        <p:nvCxnSpPr>
          <p:cNvPr id="161" name="Straight Arrow Connector 160">
            <a:extLst>
              <a:ext uri="{FF2B5EF4-FFF2-40B4-BE49-F238E27FC236}">
                <a16:creationId xmlns:a16="http://schemas.microsoft.com/office/drawing/2014/main" id="{415DDBF1-1871-4840-5566-3B39CF6AD095}"/>
              </a:ext>
            </a:extLst>
          </p:cNvPr>
          <p:cNvCxnSpPr>
            <a:cxnSpLocks/>
          </p:cNvCxnSpPr>
          <p:nvPr/>
        </p:nvCxnSpPr>
        <p:spPr>
          <a:xfrm flipH="1">
            <a:off x="4377962" y="1001039"/>
            <a:ext cx="41539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51C4ED42-2FF1-BE95-775B-498BC91705DB}"/>
              </a:ext>
            </a:extLst>
          </p:cNvPr>
          <p:cNvCxnSpPr>
            <a:cxnSpLocks/>
          </p:cNvCxnSpPr>
          <p:nvPr/>
        </p:nvCxnSpPr>
        <p:spPr>
          <a:xfrm flipH="1">
            <a:off x="6745693" y="1001039"/>
            <a:ext cx="41539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5B181171-B472-87B3-C1C3-0BA3A16DD185}"/>
              </a:ext>
            </a:extLst>
          </p:cNvPr>
          <p:cNvGrpSpPr/>
          <p:nvPr/>
        </p:nvGrpSpPr>
        <p:grpSpPr>
          <a:xfrm>
            <a:off x="1349882" y="1201044"/>
            <a:ext cx="1681174" cy="360635"/>
            <a:chOff x="589244" y="522024"/>
            <a:chExt cx="1681174" cy="360635"/>
          </a:xfrm>
        </p:grpSpPr>
        <p:cxnSp>
          <p:nvCxnSpPr>
            <p:cNvPr id="166" name="Straight Arrow Connector 165">
              <a:extLst>
                <a:ext uri="{FF2B5EF4-FFF2-40B4-BE49-F238E27FC236}">
                  <a16:creationId xmlns:a16="http://schemas.microsoft.com/office/drawing/2014/main" id="{F7B02C43-8A06-2A05-9410-66A58E0FB643}"/>
                </a:ext>
              </a:extLst>
            </p:cNvPr>
            <p:cNvCxnSpPr>
              <a:cxnSpLocks/>
            </p:cNvCxnSpPr>
            <p:nvPr/>
          </p:nvCxnSpPr>
          <p:spPr>
            <a:xfrm flipH="1">
              <a:off x="925303" y="522024"/>
              <a:ext cx="872668" cy="496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2DD24E9A-E35C-F372-E14D-BEF651A4B1D1}"/>
                </a:ext>
              </a:extLst>
            </p:cNvPr>
            <p:cNvSpPr txBox="1"/>
            <p:nvPr/>
          </p:nvSpPr>
          <p:spPr>
            <a:xfrm>
              <a:off x="589244" y="574882"/>
              <a:ext cx="1681174" cy="307777"/>
            </a:xfrm>
            <a:prstGeom prst="rect">
              <a:avLst/>
            </a:prstGeom>
            <a:noFill/>
          </p:spPr>
          <p:txBody>
            <a:bodyPr wrap="square" rtlCol="0">
              <a:spAutoFit/>
            </a:bodyPr>
            <a:lstStyle/>
            <a:p>
              <a:pPr algn="ctr"/>
              <a:r>
                <a:rPr lang="vi-VN" sz="1400" dirty="0"/>
                <a:t>HTTP response</a:t>
              </a:r>
              <a:endParaRPr lang="en-US" sz="1400" dirty="0"/>
            </a:p>
          </p:txBody>
        </p:sp>
      </p:grpSp>
      <p:cxnSp>
        <p:nvCxnSpPr>
          <p:cNvPr id="170" name="Straight Arrow Connector 169">
            <a:extLst>
              <a:ext uri="{FF2B5EF4-FFF2-40B4-BE49-F238E27FC236}">
                <a16:creationId xmlns:a16="http://schemas.microsoft.com/office/drawing/2014/main" id="{0AAE6286-2994-FC53-6FF0-788456104341}"/>
              </a:ext>
            </a:extLst>
          </p:cNvPr>
          <p:cNvCxnSpPr>
            <a:cxnSpLocks/>
          </p:cNvCxnSpPr>
          <p:nvPr/>
        </p:nvCxnSpPr>
        <p:spPr>
          <a:xfrm>
            <a:off x="6523476" y="5784262"/>
            <a:ext cx="13399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C7A795B1-F257-29C0-6AEE-3B14377722D1}"/>
              </a:ext>
            </a:extLst>
          </p:cNvPr>
          <p:cNvCxnSpPr>
            <a:cxnSpLocks/>
          </p:cNvCxnSpPr>
          <p:nvPr/>
        </p:nvCxnSpPr>
        <p:spPr>
          <a:xfrm flipV="1">
            <a:off x="10353368" y="3618499"/>
            <a:ext cx="0" cy="8673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FA469D63-65F5-F09F-561E-E29E5B33A025}"/>
              </a:ext>
            </a:extLst>
          </p:cNvPr>
          <p:cNvCxnSpPr>
            <a:cxnSpLocks/>
          </p:cNvCxnSpPr>
          <p:nvPr/>
        </p:nvCxnSpPr>
        <p:spPr>
          <a:xfrm rot="10800000">
            <a:off x="9341596" y="934326"/>
            <a:ext cx="1877010" cy="1197166"/>
          </a:xfrm>
          <a:prstGeom prst="bentConnector3">
            <a:avLst>
              <a:gd name="adj1" fmla="val -287"/>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572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90E65-EB3F-D3CB-F5EA-F437B6262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9329E-1E53-12F4-1C2E-B3519F7AE492}"/>
              </a:ext>
            </a:extLst>
          </p:cNvPr>
          <p:cNvSpPr>
            <a:spLocks noGrp="1"/>
          </p:cNvSpPr>
          <p:nvPr>
            <p:ph type="title"/>
          </p:nvPr>
        </p:nvSpPr>
        <p:spPr/>
        <p:txBody>
          <a:bodyPr>
            <a:normAutofit/>
          </a:bodyPr>
          <a:lstStyle/>
          <a:p>
            <a:pPr marL="514350" indent="-514350">
              <a:buFont typeface="+mj-lt"/>
              <a:buAutoNum type="arabicPeriod" startAt="3"/>
            </a:pPr>
            <a:r>
              <a:rPr lang="vi-VN" dirty="0">
                <a:latin typeface="+mn-lt"/>
              </a:rPr>
              <a:t>Kiến trúc backend</a:t>
            </a:r>
            <a:endParaRPr lang="en-US" dirty="0">
              <a:latin typeface="+mn-lt"/>
            </a:endParaRPr>
          </a:p>
        </p:txBody>
      </p:sp>
      <p:sp>
        <p:nvSpPr>
          <p:cNvPr id="3" name="Content Placeholder 2">
            <a:extLst>
              <a:ext uri="{FF2B5EF4-FFF2-40B4-BE49-F238E27FC236}">
                <a16:creationId xmlns:a16="http://schemas.microsoft.com/office/drawing/2014/main" id="{B52AC313-E0E6-87DA-58B7-BF0363EEA0B0}"/>
              </a:ext>
            </a:extLst>
          </p:cNvPr>
          <p:cNvSpPr>
            <a:spLocks noGrp="1"/>
          </p:cNvSpPr>
          <p:nvPr>
            <p:ph idx="1"/>
          </p:nvPr>
        </p:nvSpPr>
        <p:spPr>
          <a:xfrm>
            <a:off x="1058906" y="1045421"/>
            <a:ext cx="10370270" cy="3703560"/>
          </a:xfrm>
        </p:spPr>
        <p:txBody>
          <a:bodyPr>
            <a:normAutofit/>
          </a:bodyPr>
          <a:lstStyle/>
          <a:p>
            <a:r>
              <a:rPr lang="vi-VN" dirty="0">
                <a:latin typeface="+mn-lt"/>
                <a:cs typeface="Arial" panose="020B0604020202020204" pitchFamily="34" charset="0"/>
              </a:rPr>
              <a:t>Đặc điểm của kiến trúc:</a:t>
            </a:r>
          </a:p>
          <a:p>
            <a:pPr marL="800100" lvl="1" indent="-342900">
              <a:buFont typeface="Arial" panose="020B0604020202020204" pitchFamily="34" charset="0"/>
              <a:buChar char="•"/>
            </a:pPr>
            <a:r>
              <a:rPr lang="en-US" dirty="0" err="1">
                <a:latin typeface="+mn-lt"/>
              </a:rPr>
              <a:t>Tách</a:t>
            </a:r>
            <a:r>
              <a:rPr lang="en-US" dirty="0">
                <a:latin typeface="+mn-lt"/>
              </a:rPr>
              <a:t> </a:t>
            </a:r>
            <a:r>
              <a:rPr lang="en-US" dirty="0" err="1">
                <a:latin typeface="+mn-lt"/>
              </a:rPr>
              <a:t>biệt</a:t>
            </a:r>
            <a:r>
              <a:rPr lang="en-US" dirty="0">
                <a:latin typeface="+mn-lt"/>
              </a:rPr>
              <a:t> </a:t>
            </a:r>
            <a:r>
              <a:rPr lang="en-US" dirty="0" err="1">
                <a:latin typeface="+mn-lt"/>
              </a:rPr>
              <a:t>rõ</a:t>
            </a:r>
            <a:r>
              <a:rPr lang="en-US" dirty="0">
                <a:latin typeface="+mn-lt"/>
              </a:rPr>
              <a:t> </a:t>
            </a:r>
            <a:r>
              <a:rPr lang="en-US" dirty="0" err="1">
                <a:latin typeface="+mn-lt"/>
              </a:rPr>
              <a:t>ràng</a:t>
            </a:r>
            <a:r>
              <a:rPr lang="en-US" dirty="0">
                <a:latin typeface="+mn-lt"/>
              </a:rPr>
              <a:t> </a:t>
            </a:r>
            <a:r>
              <a:rPr lang="en-US" dirty="0" err="1">
                <a:latin typeface="+mn-lt"/>
              </a:rPr>
              <a:t>các</a:t>
            </a:r>
            <a:r>
              <a:rPr lang="en-US" dirty="0">
                <a:latin typeface="+mn-lt"/>
              </a:rPr>
              <a:t> </a:t>
            </a:r>
            <a:r>
              <a:rPr lang="en-US" dirty="0" err="1">
                <a:latin typeface="+mn-lt"/>
              </a:rPr>
              <a:t>tầng</a:t>
            </a:r>
            <a:endParaRPr lang="vi-VN" dirty="0">
              <a:latin typeface="+mn-lt"/>
            </a:endParaRPr>
          </a:p>
          <a:p>
            <a:pPr marL="800100" lvl="1" indent="-342900">
              <a:buFont typeface="Arial" panose="020B0604020202020204" pitchFamily="34" charset="0"/>
              <a:buChar char="•"/>
            </a:pPr>
            <a:r>
              <a:rPr lang="en-US" dirty="0" err="1">
                <a:latin typeface="+mn-lt"/>
              </a:rPr>
              <a:t>Dễ</a:t>
            </a:r>
            <a:r>
              <a:rPr lang="en-US" dirty="0">
                <a:latin typeface="+mn-lt"/>
              </a:rPr>
              <a:t> </a:t>
            </a:r>
            <a:r>
              <a:rPr lang="en-US" dirty="0" err="1">
                <a:latin typeface="+mn-lt"/>
              </a:rPr>
              <a:t>bảo</a:t>
            </a:r>
            <a:r>
              <a:rPr lang="en-US" dirty="0">
                <a:latin typeface="+mn-lt"/>
              </a:rPr>
              <a:t> </a:t>
            </a:r>
            <a:r>
              <a:rPr lang="en-US" dirty="0" err="1">
                <a:latin typeface="+mn-lt"/>
              </a:rPr>
              <a:t>trì</a:t>
            </a:r>
            <a:r>
              <a:rPr lang="en-US" dirty="0">
                <a:latin typeface="+mn-lt"/>
              </a:rPr>
              <a:t> </a:t>
            </a:r>
            <a:r>
              <a:rPr lang="en-US" dirty="0" err="1">
                <a:latin typeface="+mn-lt"/>
              </a:rPr>
              <a:t>và</a:t>
            </a:r>
            <a:r>
              <a:rPr lang="en-US" dirty="0">
                <a:latin typeface="+mn-lt"/>
              </a:rPr>
              <a:t> </a:t>
            </a:r>
            <a:r>
              <a:rPr lang="en-US" dirty="0" err="1">
                <a:latin typeface="+mn-lt"/>
              </a:rPr>
              <a:t>mở</a:t>
            </a:r>
            <a:r>
              <a:rPr lang="en-US" dirty="0">
                <a:latin typeface="+mn-lt"/>
              </a:rPr>
              <a:t> </a:t>
            </a:r>
            <a:r>
              <a:rPr lang="en-US" dirty="0" err="1">
                <a:latin typeface="+mn-lt"/>
              </a:rPr>
              <a:t>rộng</a:t>
            </a:r>
            <a:endParaRPr lang="en-US" dirty="0">
              <a:latin typeface="+mn-lt"/>
            </a:endParaRPr>
          </a:p>
          <a:p>
            <a:pPr marL="800100" lvl="1" indent="-342900">
              <a:buFont typeface="Arial" panose="020B0604020202020204" pitchFamily="34" charset="0"/>
              <a:buChar char="•"/>
            </a:pPr>
            <a:r>
              <a:rPr lang="en-US" dirty="0">
                <a:latin typeface="+mn-lt"/>
              </a:rPr>
              <a:t>Tái </a:t>
            </a:r>
            <a:r>
              <a:rPr lang="en-US" dirty="0" err="1">
                <a:latin typeface="+mn-lt"/>
              </a:rPr>
              <a:t>sử</a:t>
            </a:r>
            <a:r>
              <a:rPr lang="en-US" dirty="0">
                <a:latin typeface="+mn-lt"/>
              </a:rPr>
              <a:t> </a:t>
            </a:r>
            <a:r>
              <a:rPr lang="en-US" dirty="0" err="1">
                <a:latin typeface="+mn-lt"/>
              </a:rPr>
              <a:t>dụng</a:t>
            </a:r>
            <a:r>
              <a:rPr lang="en-US" dirty="0">
                <a:latin typeface="+mn-lt"/>
              </a:rPr>
              <a:t> code</a:t>
            </a:r>
          </a:p>
          <a:p>
            <a:pPr marL="800100" lvl="1" indent="-342900">
              <a:buFont typeface="Arial" panose="020B0604020202020204" pitchFamily="34" charset="0"/>
              <a:buChar char="•"/>
            </a:pPr>
            <a:r>
              <a:rPr lang="en-US" dirty="0">
                <a:latin typeface="+mn-lt"/>
              </a:rPr>
              <a:t>Quản </a:t>
            </a:r>
            <a:r>
              <a:rPr lang="en-US" dirty="0" err="1">
                <a:latin typeface="+mn-lt"/>
              </a:rPr>
              <a:t>lý</a:t>
            </a:r>
            <a:r>
              <a:rPr lang="en-US" dirty="0">
                <a:latin typeface="+mn-lt"/>
              </a:rPr>
              <a:t> </a:t>
            </a:r>
            <a:r>
              <a:rPr lang="en-US" dirty="0" err="1">
                <a:latin typeface="+mn-lt"/>
              </a:rPr>
              <a:t>lỗi</a:t>
            </a:r>
            <a:r>
              <a:rPr lang="en-US" dirty="0">
                <a:latin typeface="+mn-lt"/>
              </a:rPr>
              <a:t> </a:t>
            </a:r>
            <a:r>
              <a:rPr lang="en-US" dirty="0" err="1">
                <a:latin typeface="+mn-lt"/>
              </a:rPr>
              <a:t>tập</a:t>
            </a:r>
            <a:r>
              <a:rPr lang="en-US" dirty="0">
                <a:latin typeface="+mn-lt"/>
              </a:rPr>
              <a:t> </a:t>
            </a:r>
            <a:r>
              <a:rPr lang="en-US" dirty="0" err="1">
                <a:latin typeface="+mn-lt"/>
              </a:rPr>
              <a:t>trung</a:t>
            </a:r>
            <a:r>
              <a:rPr lang="en-US" dirty="0">
                <a:latin typeface="+mn-lt"/>
              </a:rPr>
              <a:t> </a:t>
            </a:r>
            <a:endParaRPr lang="vi-VN" dirty="0">
              <a:latin typeface="+mn-lt"/>
              <a:cs typeface="Arial" panose="020B0604020202020204" pitchFamily="34" charset="0"/>
            </a:endParaRPr>
          </a:p>
          <a:p>
            <a:pPr marL="800100" lvl="1" indent="-342900">
              <a:buFont typeface="Arial" panose="020B0604020202020204" pitchFamily="34" charset="0"/>
              <a:buChar char="•"/>
            </a:pPr>
            <a:r>
              <a:rPr lang="en-US" dirty="0" err="1">
                <a:latin typeface="+mn-lt"/>
              </a:rPr>
              <a:t>Khả</a:t>
            </a:r>
            <a:r>
              <a:rPr lang="en-US" dirty="0">
                <a:latin typeface="+mn-lt"/>
              </a:rPr>
              <a:t> </a:t>
            </a:r>
            <a:r>
              <a:rPr lang="en-US" dirty="0" err="1">
                <a:latin typeface="+mn-lt"/>
              </a:rPr>
              <a:t>năng</a:t>
            </a:r>
            <a:r>
              <a:rPr lang="en-US" dirty="0">
                <a:latin typeface="+mn-lt"/>
              </a:rPr>
              <a:t> </a:t>
            </a:r>
            <a:r>
              <a:rPr lang="en-US" dirty="0" err="1">
                <a:latin typeface="+mn-lt"/>
              </a:rPr>
              <a:t>mở</a:t>
            </a:r>
            <a:r>
              <a:rPr lang="en-US" dirty="0">
                <a:latin typeface="+mn-lt"/>
              </a:rPr>
              <a:t> </a:t>
            </a:r>
            <a:r>
              <a:rPr lang="en-US" dirty="0" err="1">
                <a:latin typeface="+mn-lt"/>
              </a:rPr>
              <a:t>rộng</a:t>
            </a:r>
            <a:r>
              <a:rPr lang="en-US" dirty="0">
                <a:latin typeface="+mn-lt"/>
              </a:rPr>
              <a:t> </a:t>
            </a:r>
            <a:r>
              <a:rPr lang="en-US" dirty="0" err="1">
                <a:latin typeface="+mn-lt"/>
              </a:rPr>
              <a:t>hệ</a:t>
            </a:r>
            <a:r>
              <a:rPr lang="en-US" dirty="0">
                <a:latin typeface="+mn-lt"/>
              </a:rPr>
              <a:t> </a:t>
            </a:r>
            <a:r>
              <a:rPr lang="en-US" dirty="0" err="1">
                <a:latin typeface="+mn-lt"/>
              </a:rPr>
              <a:t>thống</a:t>
            </a:r>
            <a:endParaRPr lang="en-US" dirty="0">
              <a:latin typeface="+mn-lt"/>
            </a:endParaRPr>
          </a:p>
          <a:p>
            <a:pPr marL="800100" lvl="1" indent="-342900">
              <a:buFont typeface="Arial" panose="020B0604020202020204" pitchFamily="34" charset="0"/>
              <a:buChar char="•"/>
            </a:pPr>
            <a:r>
              <a:rPr lang="en-US" dirty="0">
                <a:latin typeface="+mn-lt"/>
              </a:rPr>
              <a:t>Middleware </a:t>
            </a:r>
            <a:r>
              <a:rPr lang="en-US" dirty="0" err="1">
                <a:latin typeface="+mn-lt"/>
              </a:rPr>
              <a:t>hỗ</a:t>
            </a:r>
            <a:r>
              <a:rPr lang="en-US" dirty="0">
                <a:latin typeface="+mn-lt"/>
              </a:rPr>
              <a:t> </a:t>
            </a:r>
            <a:r>
              <a:rPr lang="en-US" dirty="0" err="1">
                <a:latin typeface="+mn-lt"/>
              </a:rPr>
              <a:t>trợ</a:t>
            </a:r>
            <a:r>
              <a:rPr lang="en-US" dirty="0">
                <a:latin typeface="+mn-lt"/>
              </a:rPr>
              <a:t> </a:t>
            </a:r>
            <a:r>
              <a:rPr lang="en-US" dirty="0" err="1">
                <a:latin typeface="+mn-lt"/>
              </a:rPr>
              <a:t>nhiều</a:t>
            </a:r>
            <a:r>
              <a:rPr lang="en-US" dirty="0">
                <a:latin typeface="+mn-lt"/>
              </a:rPr>
              <a:t> </a:t>
            </a:r>
            <a:r>
              <a:rPr lang="en-US" dirty="0" err="1">
                <a:latin typeface="+mn-lt"/>
              </a:rPr>
              <a:t>tác</a:t>
            </a:r>
            <a:r>
              <a:rPr lang="en-US" dirty="0">
                <a:latin typeface="+mn-lt"/>
              </a:rPr>
              <a:t> </a:t>
            </a:r>
            <a:r>
              <a:rPr lang="en-US" dirty="0" err="1">
                <a:latin typeface="+mn-lt"/>
              </a:rPr>
              <a:t>vụ</a:t>
            </a:r>
            <a:r>
              <a:rPr lang="en-US" dirty="0">
                <a:latin typeface="+mn-lt"/>
              </a:rPr>
              <a:t> </a:t>
            </a:r>
            <a:r>
              <a:rPr lang="en-US" dirty="0" err="1">
                <a:latin typeface="+mn-lt"/>
              </a:rPr>
              <a:t>chung</a:t>
            </a:r>
            <a:endParaRPr lang="en-US" dirty="0">
              <a:latin typeface="+mn-lt"/>
            </a:endParaRPr>
          </a:p>
          <a:p>
            <a:endParaRPr lang="vi-VN" dirty="0">
              <a:latin typeface="+mn-lt"/>
              <a:cs typeface="Arial" panose="020B0604020202020204" pitchFamily="34" charset="0"/>
            </a:endParaRPr>
          </a:p>
        </p:txBody>
      </p:sp>
    </p:spTree>
    <p:extLst>
      <p:ext uri="{BB962C8B-B14F-4D97-AF65-F5344CB8AC3E}">
        <p14:creationId xmlns:p14="http://schemas.microsoft.com/office/powerpoint/2010/main" val="152409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612CC-A212-DBDC-7542-EB469BA0A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5C562-370C-993C-D120-77BFD9B5CF8F}"/>
              </a:ext>
            </a:extLst>
          </p:cNvPr>
          <p:cNvSpPr>
            <a:spLocks noGrp="1"/>
          </p:cNvSpPr>
          <p:nvPr>
            <p:ph type="title"/>
          </p:nvPr>
        </p:nvSpPr>
        <p:spPr/>
        <p:txBody>
          <a:bodyPr>
            <a:normAutofit/>
          </a:bodyPr>
          <a:lstStyle/>
          <a:p>
            <a:pPr marL="514350" indent="-514350">
              <a:buFont typeface="+mj-lt"/>
              <a:buAutoNum type="arabicPeriod" startAt="3"/>
            </a:pPr>
            <a:r>
              <a:rPr lang="vi-VN" dirty="0">
                <a:latin typeface="+mn-lt"/>
              </a:rPr>
              <a:t>Kiến trúc backend</a:t>
            </a:r>
            <a:endParaRPr lang="en-US" dirty="0">
              <a:latin typeface="+mn-lt"/>
            </a:endParaRPr>
          </a:p>
        </p:txBody>
      </p:sp>
      <p:sp>
        <p:nvSpPr>
          <p:cNvPr id="3" name="Content Placeholder 2">
            <a:extLst>
              <a:ext uri="{FF2B5EF4-FFF2-40B4-BE49-F238E27FC236}">
                <a16:creationId xmlns:a16="http://schemas.microsoft.com/office/drawing/2014/main" id="{2D0B5EC1-BBA4-69FF-669F-75BF4C0E4BE7}"/>
              </a:ext>
            </a:extLst>
          </p:cNvPr>
          <p:cNvSpPr>
            <a:spLocks noGrp="1"/>
          </p:cNvSpPr>
          <p:nvPr>
            <p:ph idx="1"/>
          </p:nvPr>
        </p:nvSpPr>
        <p:spPr>
          <a:xfrm>
            <a:off x="916720" y="681037"/>
            <a:ext cx="4805350" cy="530300"/>
          </a:xfrm>
        </p:spPr>
        <p:txBody>
          <a:bodyPr>
            <a:noAutofit/>
          </a:bodyPr>
          <a:lstStyle/>
          <a:p>
            <a:r>
              <a:rPr lang="vi-VN" dirty="0">
                <a:latin typeface="Arial" panose="020B0604020202020204" pitchFamily="34" charset="0"/>
                <a:cs typeface="Arial" panose="020B0604020202020204" pitchFamily="34" charset="0"/>
              </a:rPr>
              <a:t>Quản lý phiên với JWT và </a:t>
            </a:r>
            <a:r>
              <a:rPr lang="vi-VN" dirty="0" err="1">
                <a:latin typeface="Arial" panose="020B0604020202020204" pitchFamily="34" charset="0"/>
                <a:cs typeface="Arial" panose="020B0604020202020204" pitchFamily="34" charset="0"/>
              </a:rPr>
              <a:t>cookie</a:t>
            </a:r>
            <a:endParaRPr lang="en-US"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64681A8C-AE64-9F8E-E6B6-5F8A931A05E7}"/>
              </a:ext>
            </a:extLst>
          </p:cNvPr>
          <p:cNvSpPr txBox="1"/>
          <p:nvPr/>
        </p:nvSpPr>
        <p:spPr>
          <a:xfrm>
            <a:off x="2590688" y="5915180"/>
            <a:ext cx="8312297" cy="523220"/>
          </a:xfrm>
          <a:prstGeom prst="rect">
            <a:avLst/>
          </a:prstGeom>
          <a:noFill/>
        </p:spPr>
        <p:txBody>
          <a:bodyPr wrap="square" rtlCol="0">
            <a:spAutoFit/>
          </a:bodyPr>
          <a:lstStyle/>
          <a:p>
            <a:r>
              <a:rPr lang="vi-VN" sz="1400" i="1" dirty="0"/>
              <a:t>Nguồn: https://medium.com/@chauhanakshay395/understanding-session-cookies-and-jwt-a-complete-guide-for-modern-web-applications-b999038aae9e</a:t>
            </a:r>
            <a:endParaRPr lang="en-US" sz="1400" i="1" dirty="0"/>
          </a:p>
        </p:txBody>
      </p:sp>
      <p:pic>
        <p:nvPicPr>
          <p:cNvPr id="12" name="Picture 11" descr="A diagram of a computer server&#10;&#10;AI-generated content may be incorrect.">
            <a:extLst>
              <a:ext uri="{FF2B5EF4-FFF2-40B4-BE49-F238E27FC236}">
                <a16:creationId xmlns:a16="http://schemas.microsoft.com/office/drawing/2014/main" id="{308C744A-6507-AE50-9CA5-242BFD76FD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6467" y="1211337"/>
            <a:ext cx="8275023" cy="4700673"/>
          </a:xfrm>
          <a:prstGeom prst="rect">
            <a:avLst/>
          </a:prstGeom>
        </p:spPr>
      </p:pic>
    </p:spTree>
    <p:extLst>
      <p:ext uri="{BB962C8B-B14F-4D97-AF65-F5344CB8AC3E}">
        <p14:creationId xmlns:p14="http://schemas.microsoft.com/office/powerpoint/2010/main" val="1706570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DB4BE-3376-05E8-2DA2-0555388C9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E0426-8747-EDDA-5743-15F2ED1BD619}"/>
              </a:ext>
            </a:extLst>
          </p:cNvPr>
          <p:cNvSpPr>
            <a:spLocks noGrp="1"/>
          </p:cNvSpPr>
          <p:nvPr>
            <p:ph type="title"/>
          </p:nvPr>
        </p:nvSpPr>
        <p:spPr/>
        <p:txBody>
          <a:bodyPr>
            <a:normAutofit/>
          </a:bodyPr>
          <a:lstStyle/>
          <a:p>
            <a:pPr marL="514350" indent="-514350">
              <a:buFont typeface="+mj-lt"/>
              <a:buAutoNum type="arabicPeriod" startAt="3"/>
            </a:pPr>
            <a:r>
              <a:rPr lang="vi-VN" dirty="0">
                <a:latin typeface="+mn-lt"/>
                <a:cs typeface="K2D" panose="020B0604020202020204" charset="-34"/>
              </a:rPr>
              <a:t>Kiến trúc backend</a:t>
            </a:r>
            <a:endParaRPr lang="en-US" dirty="0">
              <a:latin typeface="+mn-lt"/>
              <a:cs typeface="K2D" panose="020B0604020202020204" charset="-34"/>
            </a:endParaRPr>
          </a:p>
        </p:txBody>
      </p:sp>
      <p:sp>
        <p:nvSpPr>
          <p:cNvPr id="5" name="Content Placeholder 4">
            <a:extLst>
              <a:ext uri="{FF2B5EF4-FFF2-40B4-BE49-F238E27FC236}">
                <a16:creationId xmlns:a16="http://schemas.microsoft.com/office/drawing/2014/main" id="{C17838E6-07DB-0C8B-4BBC-A10A60B4C9FE}"/>
              </a:ext>
            </a:extLst>
          </p:cNvPr>
          <p:cNvSpPr>
            <a:spLocks noGrp="1"/>
          </p:cNvSpPr>
          <p:nvPr>
            <p:ph idx="1"/>
          </p:nvPr>
        </p:nvSpPr>
        <p:spPr>
          <a:xfrm>
            <a:off x="775318" y="919529"/>
            <a:ext cx="9701463" cy="3607916"/>
          </a:xfrm>
        </p:spPr>
        <p:txBody>
          <a:bodyPr>
            <a:noAutofit/>
          </a:bodyPr>
          <a:lstStyle/>
          <a:p>
            <a:r>
              <a:rPr lang="vi-VN" dirty="0">
                <a:latin typeface="Arial" panose="020B0604020202020204" pitchFamily="34" charset="0"/>
                <a:cs typeface="Arial" panose="020B0604020202020204" pitchFamily="34" charset="0"/>
              </a:rPr>
              <a:t>Bảo mật được cài đặt với nhiều lớp:</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Sequelize ngăn SQL injection</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Joi validation ở một số input</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Role-based authorization</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JWT với HTTP-only cookies ngăn XSS</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Sử dụng refresh token để lấy access token mới mà không cần đăng nhập lại</a:t>
            </a:r>
          </a:p>
        </p:txBody>
      </p:sp>
    </p:spTree>
    <p:extLst>
      <p:ext uri="{BB962C8B-B14F-4D97-AF65-F5344CB8AC3E}">
        <p14:creationId xmlns:p14="http://schemas.microsoft.com/office/powerpoint/2010/main" val="1357564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E7AF8-A9C0-B006-48BF-D63824C989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A738E-7210-D476-30AD-6E9F4A8258B2}"/>
              </a:ext>
            </a:extLst>
          </p:cNvPr>
          <p:cNvSpPr>
            <a:spLocks noGrp="1"/>
          </p:cNvSpPr>
          <p:nvPr>
            <p:ph type="title"/>
          </p:nvPr>
        </p:nvSpPr>
        <p:spPr/>
        <p:txBody>
          <a:bodyPr>
            <a:normAutofit/>
          </a:bodyPr>
          <a:lstStyle/>
          <a:p>
            <a:pPr marL="514350" indent="-514350">
              <a:buFont typeface="+mj-lt"/>
              <a:buAutoNum type="arabicPeriod" startAt="4"/>
            </a:pPr>
            <a:r>
              <a:rPr lang="vi-VN" dirty="0">
                <a:latin typeface="+mn-lt"/>
                <a:cs typeface="K2D" panose="020B0604020202020204" charset="-34"/>
              </a:rPr>
              <a:t>Tương tác cơ sở dữ liệu</a:t>
            </a:r>
            <a:endParaRPr lang="en-US" dirty="0"/>
          </a:p>
        </p:txBody>
      </p:sp>
      <p:sp>
        <p:nvSpPr>
          <p:cNvPr id="3" name="Content Placeholder 2">
            <a:extLst>
              <a:ext uri="{FF2B5EF4-FFF2-40B4-BE49-F238E27FC236}">
                <a16:creationId xmlns:a16="http://schemas.microsoft.com/office/drawing/2014/main" id="{16486BED-4809-6DDB-9245-5ACA144680C4}"/>
              </a:ext>
            </a:extLst>
          </p:cNvPr>
          <p:cNvSpPr>
            <a:spLocks noGrp="1"/>
          </p:cNvSpPr>
          <p:nvPr>
            <p:ph idx="1"/>
          </p:nvPr>
        </p:nvSpPr>
        <p:spPr>
          <a:xfrm>
            <a:off x="775318" y="873915"/>
            <a:ext cx="10515600" cy="3757027"/>
          </a:xfrm>
        </p:spPr>
        <p:txBody>
          <a:bodyPr>
            <a:normAutofit fontScale="92500" lnSpcReduction="10000"/>
          </a:bodyPr>
          <a:lstStyle/>
          <a:p>
            <a:r>
              <a:rPr lang="vi-VN" dirty="0">
                <a:latin typeface="Arial" panose="020B0604020202020204" pitchFamily="34" charset="0"/>
                <a:cs typeface="Arial" panose="020B0604020202020204" pitchFamily="34" charset="0"/>
              </a:rPr>
              <a:t>Các chức năng của Sequelize được sử dụng trong dự án:</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Định </a:t>
            </a:r>
            <a:r>
              <a:rPr lang="en-US" dirty="0" err="1">
                <a:latin typeface="Arial" panose="020B0604020202020204" pitchFamily="34" charset="0"/>
                <a:cs typeface="Arial" panose="020B0604020202020204" pitchFamily="34" charset="0"/>
              </a:rPr>
              <a:t>nghĩa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(model)</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Quản lý phiên bản cơ sở dữ liệu (migration)</a:t>
            </a:r>
          </a:p>
          <a:p>
            <a:pPr marL="342900" indent="-342900">
              <a:buFont typeface="Arial" panose="020B0604020202020204" pitchFamily="34" charset="0"/>
              <a:buChar char="•"/>
            </a:pPr>
            <a:r>
              <a:rPr lang="en-US" dirty="0" err="1">
                <a:latin typeface="Arial" panose="020B0604020202020204" pitchFamily="34" charset="0"/>
                <a:cs typeface="Arial" panose="020B0604020202020204" pitchFamily="34" charset="0"/>
              </a:rPr>
              <a:t>Khởi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mẫu</a:t>
            </a:r>
            <a:r>
              <a:rPr lang="en-US" dirty="0">
                <a:latin typeface="Arial" panose="020B0604020202020204" pitchFamily="34" charset="0"/>
                <a:cs typeface="Arial" panose="020B0604020202020204" pitchFamily="34" charset="0"/>
              </a:rPr>
              <a:t> (Seeder)</a:t>
            </a:r>
            <a:endParaRPr lang="vi-VN"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Tương tác CRUD với database</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Tối ưu truy vấn và hiệu suất</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Bảo </a:t>
            </a:r>
            <a:r>
              <a:rPr lang="en-US" dirty="0" err="1">
                <a:latin typeface="Arial" panose="020B0604020202020204" pitchFamily="34" charset="0"/>
                <a:cs typeface="Arial" panose="020B0604020202020204" pitchFamily="34" charset="0"/>
              </a:rPr>
              <a:t>mật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an </a:t>
            </a:r>
            <a:r>
              <a:rPr lang="en-US" dirty="0" err="1">
                <a:latin typeface="Arial" panose="020B0604020202020204" pitchFamily="34" charset="0"/>
                <a:cs typeface="Arial" panose="020B0604020202020204" pitchFamily="34" charset="0"/>
              </a:rPr>
              <a:t>toàn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vi-VN" dirty="0">
                <a:latin typeface="Arial" panose="020B0604020202020204" pitchFamily="34" charset="0"/>
                <a:cs typeface="Arial" panose="020B0604020202020204" pitchFamily="34" charset="0"/>
              </a:rPr>
              <a:t> (tự động sử dụng prepare statement</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Soft delete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8272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9621D-9E2A-462E-A39E-5CB053C9A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FEF1A-7644-F8F9-012A-9DEDD28A016C}"/>
              </a:ext>
            </a:extLst>
          </p:cNvPr>
          <p:cNvSpPr>
            <a:spLocks noGrp="1"/>
          </p:cNvSpPr>
          <p:nvPr>
            <p:ph type="title"/>
          </p:nvPr>
        </p:nvSpPr>
        <p:spPr/>
        <p:txBody>
          <a:bodyPr>
            <a:normAutofit/>
          </a:bodyPr>
          <a:lstStyle/>
          <a:p>
            <a:pPr marL="514350" indent="-514350">
              <a:buFont typeface="+mj-lt"/>
              <a:buAutoNum type="arabicPeriod" startAt="5"/>
            </a:pPr>
            <a:r>
              <a:rPr lang="vi-VN" dirty="0">
                <a:latin typeface="+mn-lt"/>
              </a:rPr>
              <a:t>Khả năng mở rộng</a:t>
            </a:r>
            <a:endParaRPr lang="en-US" dirty="0">
              <a:latin typeface="+mn-lt"/>
            </a:endParaRPr>
          </a:p>
        </p:txBody>
      </p:sp>
      <p:sp>
        <p:nvSpPr>
          <p:cNvPr id="3" name="Content Placeholder 2">
            <a:extLst>
              <a:ext uri="{FF2B5EF4-FFF2-40B4-BE49-F238E27FC236}">
                <a16:creationId xmlns:a16="http://schemas.microsoft.com/office/drawing/2014/main" id="{0127B1D6-FF5A-6577-3A01-407B8F864773}"/>
              </a:ext>
            </a:extLst>
          </p:cNvPr>
          <p:cNvSpPr>
            <a:spLocks noGrp="1"/>
          </p:cNvSpPr>
          <p:nvPr>
            <p:ph idx="1"/>
          </p:nvPr>
        </p:nvSpPr>
        <p:spPr>
          <a:xfrm>
            <a:off x="857684" y="837200"/>
            <a:ext cx="10038347" cy="3708901"/>
          </a:xfrm>
        </p:spPr>
        <p:txBody>
          <a:bodyPr/>
          <a:lstStyle/>
          <a:p>
            <a:r>
              <a:rPr lang="vi-VN" dirty="0">
                <a:latin typeface="Arial" panose="020B0604020202020204" pitchFamily="34" charset="0"/>
                <a:cs typeface="Arial" panose="020B0604020202020204" pitchFamily="34" charset="0"/>
              </a:rPr>
              <a:t>Một số tính năng có thể phát triển thêm:</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Quản lý ngày công nhân viên</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Thanh toán</a:t>
            </a:r>
          </a:p>
          <a:p>
            <a:pPr marL="342900" indent="-342900">
              <a:buFont typeface="Arial" panose="020B0604020202020204" pitchFamily="34" charset="0"/>
              <a:buChar char="•"/>
            </a:pPr>
            <a:r>
              <a:rPr lang="vi-VN" dirty="0">
                <a:latin typeface="Arial" panose="020B0604020202020204" pitchFamily="34" charset="0"/>
                <a:cs typeface="Arial" panose="020B0604020202020204" pitchFamily="34" charset="0"/>
              </a:rPr>
              <a:t>Khuyến mãi, giảm giá</a:t>
            </a:r>
          </a:p>
          <a:p>
            <a:pPr marL="342900" indent="-342900">
              <a:buFont typeface="Arial" panose="020B0604020202020204" pitchFamily="34" charset="0"/>
              <a:buChar char="•"/>
            </a:pPr>
            <a:r>
              <a:rPr lang="en-US" dirty="0" err="1">
                <a:latin typeface="Arial" panose="020B0604020202020204" pitchFamily="34" charset="0"/>
                <a:cs typeface="Arial" panose="020B0604020202020204" pitchFamily="34" charset="0"/>
              </a:rPr>
              <a:t>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chatbot </a:t>
            </a:r>
            <a:r>
              <a:rPr lang="en-US" dirty="0" err="1">
                <a:latin typeface="Arial" panose="020B0604020202020204" pitchFamily="34" charset="0"/>
                <a:cs typeface="Arial" panose="020B0604020202020204" pitchFamily="34" charset="0"/>
              </a:rPr>
              <a:t>hỗ</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endParaRPr lang="vi-VN"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Quản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dịch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bổ</a:t>
            </a:r>
            <a:r>
              <a:rPr lang="en-US" dirty="0">
                <a:latin typeface="Arial" panose="020B0604020202020204" pitchFamily="34" charset="0"/>
                <a:cs typeface="Arial" panose="020B0604020202020204" pitchFamily="34" charset="0"/>
              </a:rPr>
              <a:t> sung</a:t>
            </a:r>
            <a:endParaRPr lang="vi-VN"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Báo </a:t>
            </a:r>
            <a:r>
              <a:rPr lang="en-US" dirty="0" err="1">
                <a:latin typeface="Arial" panose="020B0604020202020204" pitchFamily="34" charset="0"/>
                <a:cs typeface="Arial" panose="020B0604020202020204" pitchFamily="34" charset="0"/>
              </a:rPr>
              <a:t>cáo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kê</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nâng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8338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CB1E2-81ED-3FBB-57ED-A1CA5ABA253E}"/>
              </a:ext>
            </a:extLst>
          </p:cNvPr>
          <p:cNvSpPr>
            <a:spLocks noGrp="1"/>
          </p:cNvSpPr>
          <p:nvPr>
            <p:ph type="title"/>
          </p:nvPr>
        </p:nvSpPr>
        <p:spPr/>
        <p:txBody>
          <a:bodyPr/>
          <a:lstStyle/>
          <a:p>
            <a:pPr marL="514350" indent="-514350">
              <a:buFont typeface="+mj-lt"/>
              <a:buAutoNum type="arabicPeriod" startAt="6"/>
            </a:pPr>
            <a:r>
              <a:rPr lang="en-US" dirty="0">
                <a:latin typeface="Arial" panose="020B0604020202020204" pitchFamily="34" charset="0"/>
                <a:cs typeface="Arial" panose="020B0604020202020204" pitchFamily="34" charset="0"/>
              </a:rPr>
              <a:t>Demo</a:t>
            </a:r>
          </a:p>
        </p:txBody>
      </p:sp>
      <p:sp>
        <p:nvSpPr>
          <p:cNvPr id="3" name="Content Placeholder 2">
            <a:extLst>
              <a:ext uri="{FF2B5EF4-FFF2-40B4-BE49-F238E27FC236}">
                <a16:creationId xmlns:a16="http://schemas.microsoft.com/office/drawing/2014/main" id="{4960C676-4BF1-FABC-82F7-A6B7739401DB}"/>
              </a:ext>
            </a:extLst>
          </p:cNvPr>
          <p:cNvSpPr>
            <a:spLocks noGrp="1"/>
          </p:cNvSpPr>
          <p:nvPr>
            <p:ph idx="1"/>
          </p:nvPr>
        </p:nvSpPr>
        <p:spPr>
          <a:xfrm>
            <a:off x="775317" y="1128043"/>
            <a:ext cx="9810984" cy="974135"/>
          </a:xfrm>
        </p:spPr>
        <p:txBody>
          <a:bodyPr/>
          <a:lstStyle/>
          <a:p>
            <a:r>
              <a:rPr lang="en-US" dirty="0">
                <a:latin typeface="Arial" panose="020B0604020202020204" pitchFamily="34" charset="0"/>
                <a:cs typeface="Arial" panose="020B0604020202020204" pitchFamily="34" charset="0"/>
              </a:rPr>
              <a:t>Xin </a:t>
            </a:r>
            <a:r>
              <a:rPr lang="en-US" dirty="0" err="1">
                <a:latin typeface="Arial" panose="020B0604020202020204" pitchFamily="34" charset="0"/>
                <a:cs typeface="Arial" panose="020B0604020202020204" pitchFamily="34" charset="0"/>
              </a:rPr>
              <a:t>mời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thầy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xem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phần</a:t>
            </a:r>
            <a:r>
              <a:rPr lang="en-US" dirty="0">
                <a:latin typeface="Arial" panose="020B0604020202020204" pitchFamily="34" charset="0"/>
                <a:cs typeface="Arial" panose="020B0604020202020204" pitchFamily="34" charset="0"/>
              </a:rPr>
              <a:t> Demo </a:t>
            </a:r>
            <a:r>
              <a:rPr lang="en-US" dirty="0" err="1">
                <a:latin typeface="Arial" panose="020B0604020202020204" pitchFamily="34" charset="0"/>
                <a:cs typeface="Arial" panose="020B0604020202020204" pitchFamily="34" charset="0"/>
              </a:rPr>
              <a:t>chủ</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HỆ THỐNG ĐẶT PHÒNG KHÁCH SẠN</a:t>
            </a:r>
            <a:r>
              <a:rPr lang="en-US" sz="2400"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8745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5658</TotalTime>
  <Words>1201</Words>
  <Application>Microsoft Office PowerPoint</Application>
  <PresentationFormat>Widescreen</PresentationFormat>
  <Paragraphs>207</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Readex  Pro</vt:lpstr>
      <vt:lpstr>Barlow</vt:lpstr>
      <vt:lpstr>Arial</vt:lpstr>
      <vt:lpstr>Readex Pro</vt:lpstr>
      <vt:lpstr>Aptos</vt:lpstr>
      <vt:lpstr>K2D</vt:lpstr>
      <vt:lpstr>Office Theme</vt:lpstr>
      <vt:lpstr>ĐẠI HỌC CẦN THƠ TRƯỜNG CÔNG NGHỆ THÔNG TIN &amp; TRUYỀN THÔNG</vt:lpstr>
      <vt:lpstr>Phân công công việc</vt:lpstr>
      <vt:lpstr>Nội dung</vt:lpstr>
      <vt:lpstr>Tổng quan</vt:lpstr>
      <vt:lpstr>Tổng quan</vt:lpstr>
      <vt:lpstr>Phân tích và thiết kế hệ thống</vt:lpstr>
      <vt:lpstr>Phân tích và thiết kế hệ thống</vt:lpstr>
      <vt:lpstr>Phân tích và thiết kế hệ thống</vt:lpstr>
      <vt:lpstr>Phân tích và thiết kế hệ thống</vt:lpstr>
      <vt:lpstr>Phân tích và thiết kế hệ thống</vt:lpstr>
      <vt:lpstr>Kiến trúc backend</vt:lpstr>
      <vt:lpstr>PowerPoint Presentation</vt:lpstr>
      <vt:lpstr>Kiến trúc backend</vt:lpstr>
      <vt:lpstr>Kiến trúc backend</vt:lpstr>
      <vt:lpstr>Kiến trúc backend</vt:lpstr>
      <vt:lpstr>Tương tác cơ sở dữ liệu</vt:lpstr>
      <vt:lpstr>Khả năng mở rộng</vt:lpstr>
      <vt:lpstr>Demo</vt:lpstr>
    </vt:vector>
  </TitlesOfParts>
  <Company>Can 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PowerPointTemplate_Blank</dc:title>
  <dc:creator>CTU Media</dc:creator>
  <cp:lastModifiedBy>Võ Tiểu Long</cp:lastModifiedBy>
  <cp:revision>360</cp:revision>
  <dcterms:created xsi:type="dcterms:W3CDTF">2022-07-01T08:15:51Z</dcterms:created>
  <dcterms:modified xsi:type="dcterms:W3CDTF">2025-08-14T14:33:54Z</dcterms:modified>
</cp:coreProperties>
</file>